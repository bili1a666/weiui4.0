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7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 id="286" r:id="rId21"/>
    <p:sldId id="275" r:id="rId22"/>
    <p:sldId id="276" r:id="rId23"/>
    <p:sldId id="277" r:id="rId24"/>
    <p:sldId id="278" r:id="rId25"/>
    <p:sldId id="279" r:id="rId26"/>
    <p:sldId id="280" r:id="rId27"/>
    <p:sldId id="281" r:id="rId28"/>
    <p:sldId id="282" r:id="rId29"/>
    <p:sldId id="283" r:id="rId30"/>
    <p:sldId id="284" r:id="rId31"/>
    <p:sldId id="285" r:id="rId32"/>
    <p:sldId id="666" r:id="rId33"/>
    <p:sldId id="670" r:id="rId34"/>
    <p:sldId id="287" r:id="rId35"/>
    <p:sldId id="667" r:id="rId36"/>
    <p:sldId id="668" r:id="rId37"/>
    <p:sldId id="669" r:id="rId38"/>
    <p:sldId id="671" r:id="rId39"/>
    <p:sldId id="672" r:id="rId40"/>
    <p:sldId id="673" r:id="rId41"/>
    <p:sldId id="674" r:id="rId42"/>
    <p:sldId id="675" r:id="rId43"/>
    <p:sldId id="665"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A57F15AE-085E-4886-A15C-9C38F26256BA}">
          <p14:sldIdLst>
            <p14:sldId id="256"/>
            <p14:sldId id="257"/>
            <p14:sldId id="271"/>
            <p14:sldId id="258"/>
            <p14:sldId id="259"/>
            <p14:sldId id="260"/>
            <p14:sldId id="261"/>
            <p14:sldId id="262"/>
            <p14:sldId id="263"/>
            <p14:sldId id="264"/>
            <p14:sldId id="265"/>
            <p14:sldId id="266"/>
            <p14:sldId id="267"/>
            <p14:sldId id="268"/>
            <p14:sldId id="269"/>
            <p14:sldId id="270"/>
            <p14:sldId id="272"/>
            <p14:sldId id="273"/>
            <p14:sldId id="274"/>
            <p14:sldId id="286"/>
            <p14:sldId id="275"/>
            <p14:sldId id="276"/>
            <p14:sldId id="277"/>
            <p14:sldId id="278"/>
            <p14:sldId id="279"/>
            <p14:sldId id="280"/>
            <p14:sldId id="281"/>
            <p14:sldId id="282"/>
            <p14:sldId id="283"/>
            <p14:sldId id="284"/>
            <p14:sldId id="285"/>
            <p14:sldId id="666"/>
            <p14:sldId id="670"/>
            <p14:sldId id="287"/>
            <p14:sldId id="667"/>
            <p14:sldId id="668"/>
            <p14:sldId id="669"/>
            <p14:sldId id="671"/>
            <p14:sldId id="672"/>
            <p14:sldId id="673"/>
            <p14:sldId id="674"/>
            <p14:sldId id="675"/>
          </p14:sldIdLst>
        </p14:section>
        <p14:section name="生草" id="{42E03414-7569-4CD4-A34F-A9E8BFBE33D8}">
          <p14:sldIdLst>
            <p14:sldId id="6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9D9D9"/>
    <a:srgbClr val="595959"/>
    <a:srgbClr val="3B3B3B"/>
    <a:srgbClr val="DCDCDC"/>
    <a:srgbClr val="CBCBCB"/>
    <a:srgbClr val="9F9F9F"/>
    <a:srgbClr val="E0E0E0"/>
    <a:srgbClr val="EAEAEA"/>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1E177B-3887-45EF-9054-7940C151D66C}" v="61" dt="2026-01-30T14:40:33.52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88" autoAdjust="0"/>
    <p:restoredTop sz="94660"/>
  </p:normalViewPr>
  <p:slideViewPr>
    <p:cSldViewPr snapToGrid="0">
      <p:cViewPr varScale="1">
        <p:scale>
          <a:sx n="81" d="100"/>
          <a:sy n="81"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82BFFD-23D3-4D85-A931-DF1C6FBEA15C}" type="datetimeFigureOut">
              <a:rPr lang="zh-CN" altLang="en-US" smtClean="0"/>
              <a:t>2026/1/30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8FB529-86A9-4691-BDDC-55CE2472DBE4}" type="slidenum">
              <a:rPr lang="zh-CN" altLang="en-US" smtClean="0"/>
              <a:t>‹#›</a:t>
            </a:fld>
            <a:endParaRPr lang="zh-CN" altLang="en-US"/>
          </a:p>
        </p:txBody>
      </p:sp>
    </p:spTree>
    <p:extLst>
      <p:ext uri="{BB962C8B-B14F-4D97-AF65-F5344CB8AC3E}">
        <p14:creationId xmlns:p14="http://schemas.microsoft.com/office/powerpoint/2010/main" val="1659151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D8FB529-86A9-4691-BDDC-55CE2472DBE4}" type="slidenum">
              <a:rPr lang="zh-CN" altLang="en-US" smtClean="0"/>
              <a:t>19</a:t>
            </a:fld>
            <a:endParaRPr lang="zh-CN" altLang="en-US"/>
          </a:p>
        </p:txBody>
      </p:sp>
    </p:spTree>
    <p:extLst>
      <p:ext uri="{BB962C8B-B14F-4D97-AF65-F5344CB8AC3E}">
        <p14:creationId xmlns:p14="http://schemas.microsoft.com/office/powerpoint/2010/main" val="2500224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B0B7E-7FA3-FF00-11FE-399C2E3A63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61B20A-4340-A672-46F2-C1795F8BC7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35FDAD-D290-3B3E-6968-74BD50D65AC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51C9EA8-2278-FB8B-BFDC-BD1A4EBC866C}"/>
              </a:ext>
            </a:extLst>
          </p:cNvPr>
          <p:cNvSpPr>
            <a:spLocks noGrp="1"/>
          </p:cNvSpPr>
          <p:nvPr>
            <p:ph type="sldNum" sz="quarter" idx="5"/>
          </p:nvPr>
        </p:nvSpPr>
        <p:spPr/>
        <p:txBody>
          <a:bodyPr/>
          <a:lstStyle/>
          <a:p>
            <a:fld id="{0D8FB529-86A9-4691-BDDC-55CE2472DBE4}" type="slidenum">
              <a:rPr lang="zh-CN" altLang="en-US" smtClean="0"/>
              <a:t>20</a:t>
            </a:fld>
            <a:endParaRPr lang="zh-CN" altLang="en-US"/>
          </a:p>
        </p:txBody>
      </p:sp>
    </p:spTree>
    <p:extLst>
      <p:ext uri="{BB962C8B-B14F-4D97-AF65-F5344CB8AC3E}">
        <p14:creationId xmlns:p14="http://schemas.microsoft.com/office/powerpoint/2010/main" val="3897997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A5F2D-D14B-16B2-7654-BF79182FDB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F205F1-FE61-3BEA-4EAD-9201745B5B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74119A-C14B-632B-BB75-2DB55C39847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F8BD47B-18E8-8062-0276-0FBF5FF67C09}"/>
              </a:ext>
            </a:extLst>
          </p:cNvPr>
          <p:cNvSpPr>
            <a:spLocks noGrp="1"/>
          </p:cNvSpPr>
          <p:nvPr>
            <p:ph type="sldNum" sz="quarter" idx="5"/>
          </p:nvPr>
        </p:nvSpPr>
        <p:spPr/>
        <p:txBody>
          <a:bodyPr/>
          <a:lstStyle/>
          <a:p>
            <a:fld id="{0D8FB529-86A9-4691-BDDC-55CE2472DBE4}" type="slidenum">
              <a:rPr lang="zh-CN" altLang="en-US" smtClean="0"/>
              <a:t>21</a:t>
            </a:fld>
            <a:endParaRPr lang="zh-CN" altLang="en-US"/>
          </a:p>
        </p:txBody>
      </p:sp>
    </p:spTree>
    <p:extLst>
      <p:ext uri="{BB962C8B-B14F-4D97-AF65-F5344CB8AC3E}">
        <p14:creationId xmlns:p14="http://schemas.microsoft.com/office/powerpoint/2010/main" val="2778995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F1090-9B0A-380C-9DFA-1FEFFCD0A0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7FC0E8-1D14-3CBF-552E-BEFA00218D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510E0F-067D-B067-E87A-135CDB51319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325366B-BCC5-4CFD-2773-C52918CF6089}"/>
              </a:ext>
            </a:extLst>
          </p:cNvPr>
          <p:cNvSpPr>
            <a:spLocks noGrp="1"/>
          </p:cNvSpPr>
          <p:nvPr>
            <p:ph type="sldNum" sz="quarter" idx="5"/>
          </p:nvPr>
        </p:nvSpPr>
        <p:spPr/>
        <p:txBody>
          <a:bodyPr/>
          <a:lstStyle/>
          <a:p>
            <a:fld id="{0D8FB529-86A9-4691-BDDC-55CE2472DBE4}" type="slidenum">
              <a:rPr lang="zh-CN" altLang="en-US" smtClean="0"/>
              <a:t>22</a:t>
            </a:fld>
            <a:endParaRPr lang="zh-CN" altLang="en-US"/>
          </a:p>
        </p:txBody>
      </p:sp>
    </p:spTree>
    <p:extLst>
      <p:ext uri="{BB962C8B-B14F-4D97-AF65-F5344CB8AC3E}">
        <p14:creationId xmlns:p14="http://schemas.microsoft.com/office/powerpoint/2010/main" val="2880305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1237B-A27F-2E97-525A-26BC2559E4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8A1F6E-8E42-4F21-932A-2D0D5EE0D1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9A61DF-10A2-0FCD-2C83-A76B1070D6D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9A10BA-2266-357C-8478-597D2C37E288}"/>
              </a:ext>
            </a:extLst>
          </p:cNvPr>
          <p:cNvSpPr>
            <a:spLocks noGrp="1"/>
          </p:cNvSpPr>
          <p:nvPr>
            <p:ph type="sldNum" sz="quarter" idx="5"/>
          </p:nvPr>
        </p:nvSpPr>
        <p:spPr/>
        <p:txBody>
          <a:bodyPr/>
          <a:lstStyle/>
          <a:p>
            <a:fld id="{0D8FB529-86A9-4691-BDDC-55CE2472DBE4}" type="slidenum">
              <a:rPr lang="zh-CN" altLang="en-US" smtClean="0"/>
              <a:t>23</a:t>
            </a:fld>
            <a:endParaRPr lang="zh-CN" altLang="en-US"/>
          </a:p>
        </p:txBody>
      </p:sp>
    </p:spTree>
    <p:extLst>
      <p:ext uri="{BB962C8B-B14F-4D97-AF65-F5344CB8AC3E}">
        <p14:creationId xmlns:p14="http://schemas.microsoft.com/office/powerpoint/2010/main" val="3217507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58956-453D-B30D-67CD-652D14161F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850681-B648-6137-5195-84C75C7A65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8DC55A-9528-610F-64E3-7229B8AD176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81C7358-38E6-33CE-C6CC-ABCC6F8AE67C}"/>
              </a:ext>
            </a:extLst>
          </p:cNvPr>
          <p:cNvSpPr>
            <a:spLocks noGrp="1"/>
          </p:cNvSpPr>
          <p:nvPr>
            <p:ph type="sldNum" sz="quarter" idx="5"/>
          </p:nvPr>
        </p:nvSpPr>
        <p:spPr/>
        <p:txBody>
          <a:bodyPr/>
          <a:lstStyle/>
          <a:p>
            <a:fld id="{0D8FB529-86A9-4691-BDDC-55CE2472DBE4}" type="slidenum">
              <a:rPr lang="zh-CN" altLang="en-US" smtClean="0"/>
              <a:t>24</a:t>
            </a:fld>
            <a:endParaRPr lang="zh-CN" altLang="en-US"/>
          </a:p>
        </p:txBody>
      </p:sp>
    </p:spTree>
    <p:extLst>
      <p:ext uri="{BB962C8B-B14F-4D97-AF65-F5344CB8AC3E}">
        <p14:creationId xmlns:p14="http://schemas.microsoft.com/office/powerpoint/2010/main" val="2452691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94EE5-922C-078A-E51C-639631DFB6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98DCAB-4C55-C5D4-1ED2-631AACE486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597922-C2E4-E467-3350-9713B0D728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53657E2-D08F-2762-8EB4-8D3D9C3D6E2F}"/>
              </a:ext>
            </a:extLst>
          </p:cNvPr>
          <p:cNvSpPr>
            <a:spLocks noGrp="1"/>
          </p:cNvSpPr>
          <p:nvPr>
            <p:ph type="sldNum" sz="quarter" idx="5"/>
          </p:nvPr>
        </p:nvSpPr>
        <p:spPr/>
        <p:txBody>
          <a:bodyPr/>
          <a:lstStyle/>
          <a:p>
            <a:fld id="{0D8FB529-86A9-4691-BDDC-55CE2472DBE4}" type="slidenum">
              <a:rPr lang="zh-CN" altLang="en-US" smtClean="0"/>
              <a:t>25</a:t>
            </a:fld>
            <a:endParaRPr lang="zh-CN" altLang="en-US"/>
          </a:p>
        </p:txBody>
      </p:sp>
    </p:spTree>
    <p:extLst>
      <p:ext uri="{BB962C8B-B14F-4D97-AF65-F5344CB8AC3E}">
        <p14:creationId xmlns:p14="http://schemas.microsoft.com/office/powerpoint/2010/main" val="1603600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63784-BF84-2922-6B53-C6F091A4AC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08379C-818C-3118-F055-8FF4A51271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3BA3DC-C0CE-AAC1-D54C-4AFBA5BFA07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A01245A-7206-1DE8-D99E-4A0BF26A707D}"/>
              </a:ext>
            </a:extLst>
          </p:cNvPr>
          <p:cNvSpPr>
            <a:spLocks noGrp="1"/>
          </p:cNvSpPr>
          <p:nvPr>
            <p:ph type="sldNum" sz="quarter" idx="5"/>
          </p:nvPr>
        </p:nvSpPr>
        <p:spPr/>
        <p:txBody>
          <a:bodyPr/>
          <a:lstStyle/>
          <a:p>
            <a:fld id="{0D8FB529-86A9-4691-BDDC-55CE2472DBE4}" type="slidenum">
              <a:rPr lang="zh-CN" altLang="en-US" smtClean="0"/>
              <a:t>26</a:t>
            </a:fld>
            <a:endParaRPr lang="zh-CN" altLang="en-US"/>
          </a:p>
        </p:txBody>
      </p:sp>
    </p:spTree>
    <p:extLst>
      <p:ext uri="{BB962C8B-B14F-4D97-AF65-F5344CB8AC3E}">
        <p14:creationId xmlns:p14="http://schemas.microsoft.com/office/powerpoint/2010/main" val="3125676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97898-FD3A-D583-9D8F-5B7D386205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34F309-11B4-AEA7-7725-6FDDB19F5D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E33381-711F-4586-1183-7E86CAEFB2A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B436B3E-1903-8FC9-0A85-AAA9C5C4E0BF}"/>
              </a:ext>
            </a:extLst>
          </p:cNvPr>
          <p:cNvSpPr>
            <a:spLocks noGrp="1"/>
          </p:cNvSpPr>
          <p:nvPr>
            <p:ph type="sldNum" sz="quarter" idx="5"/>
          </p:nvPr>
        </p:nvSpPr>
        <p:spPr/>
        <p:txBody>
          <a:bodyPr/>
          <a:lstStyle/>
          <a:p>
            <a:fld id="{0D8FB529-86A9-4691-BDDC-55CE2472DBE4}" type="slidenum">
              <a:rPr lang="zh-CN" altLang="en-US" smtClean="0"/>
              <a:t>27</a:t>
            </a:fld>
            <a:endParaRPr lang="zh-CN" altLang="en-US"/>
          </a:p>
        </p:txBody>
      </p:sp>
    </p:spTree>
    <p:extLst>
      <p:ext uri="{BB962C8B-B14F-4D97-AF65-F5344CB8AC3E}">
        <p14:creationId xmlns:p14="http://schemas.microsoft.com/office/powerpoint/2010/main" val="824916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C5CE1-80A2-0AFF-A41B-054443EBDA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39621E-495F-9C25-05E7-EC3C59459E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96AC41-8225-F8F3-C120-8E4F3D09D2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22FF108-F981-ABAD-60FD-0A627791B8B4}"/>
              </a:ext>
            </a:extLst>
          </p:cNvPr>
          <p:cNvSpPr>
            <a:spLocks noGrp="1"/>
          </p:cNvSpPr>
          <p:nvPr>
            <p:ph type="sldNum" sz="quarter" idx="5"/>
          </p:nvPr>
        </p:nvSpPr>
        <p:spPr/>
        <p:txBody>
          <a:bodyPr/>
          <a:lstStyle/>
          <a:p>
            <a:fld id="{0D8FB529-86A9-4691-BDDC-55CE2472DBE4}" type="slidenum">
              <a:rPr lang="zh-CN" altLang="en-US" smtClean="0"/>
              <a:t>28</a:t>
            </a:fld>
            <a:endParaRPr lang="zh-CN" altLang="en-US"/>
          </a:p>
        </p:txBody>
      </p:sp>
    </p:spTree>
    <p:extLst>
      <p:ext uri="{BB962C8B-B14F-4D97-AF65-F5344CB8AC3E}">
        <p14:creationId xmlns:p14="http://schemas.microsoft.com/office/powerpoint/2010/main" val="2429806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EC41F-77B4-2D4F-F27D-BD69669584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004805-DC25-C434-18CC-D83B186725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0D673B-97CD-BE86-C388-0E4A5C00B1F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8C894F-2CCF-142E-07C8-E6CBBF49CF0A}"/>
              </a:ext>
            </a:extLst>
          </p:cNvPr>
          <p:cNvSpPr>
            <a:spLocks noGrp="1"/>
          </p:cNvSpPr>
          <p:nvPr>
            <p:ph type="sldNum" sz="quarter" idx="5"/>
          </p:nvPr>
        </p:nvSpPr>
        <p:spPr/>
        <p:txBody>
          <a:bodyPr/>
          <a:lstStyle/>
          <a:p>
            <a:fld id="{0D8FB529-86A9-4691-BDDC-55CE2472DBE4}" type="slidenum">
              <a:rPr lang="zh-CN" altLang="en-US" smtClean="0"/>
              <a:t>29</a:t>
            </a:fld>
            <a:endParaRPr lang="zh-CN" altLang="en-US"/>
          </a:p>
        </p:txBody>
      </p:sp>
    </p:spTree>
    <p:extLst>
      <p:ext uri="{BB962C8B-B14F-4D97-AF65-F5344CB8AC3E}">
        <p14:creationId xmlns:p14="http://schemas.microsoft.com/office/powerpoint/2010/main" val="3966154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E7224-278D-08A7-3D6F-4AAEB0EBB2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9DE929-C81A-129E-44B0-BA93F1A2B2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06CE4B-21D8-4189-2F26-BD00B36A037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3C6225-206A-7F07-40D8-6B7594784278}"/>
              </a:ext>
            </a:extLst>
          </p:cNvPr>
          <p:cNvSpPr>
            <a:spLocks noGrp="1"/>
          </p:cNvSpPr>
          <p:nvPr>
            <p:ph type="sldNum" sz="quarter" idx="5"/>
          </p:nvPr>
        </p:nvSpPr>
        <p:spPr/>
        <p:txBody>
          <a:bodyPr/>
          <a:lstStyle/>
          <a:p>
            <a:fld id="{0D8FB529-86A9-4691-BDDC-55CE2472DBE4}" type="slidenum">
              <a:rPr lang="zh-CN" altLang="en-US" smtClean="0"/>
              <a:t>30</a:t>
            </a:fld>
            <a:endParaRPr lang="zh-CN" altLang="en-US"/>
          </a:p>
        </p:txBody>
      </p:sp>
    </p:spTree>
    <p:extLst>
      <p:ext uri="{BB962C8B-B14F-4D97-AF65-F5344CB8AC3E}">
        <p14:creationId xmlns:p14="http://schemas.microsoft.com/office/powerpoint/2010/main" val="1219026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B4613-3BAB-5E1B-3C9B-51DF062478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54BE7C-38BF-DC92-D763-70BD3E7AA0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EA619B-8B9A-83A3-299F-F1B525DB1BE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D8CECF-D9CB-5C90-C88D-D71CA8F9198A}"/>
              </a:ext>
            </a:extLst>
          </p:cNvPr>
          <p:cNvSpPr>
            <a:spLocks noGrp="1"/>
          </p:cNvSpPr>
          <p:nvPr>
            <p:ph type="sldNum" sz="quarter" idx="5"/>
          </p:nvPr>
        </p:nvSpPr>
        <p:spPr/>
        <p:txBody>
          <a:bodyPr/>
          <a:lstStyle/>
          <a:p>
            <a:fld id="{0D8FB529-86A9-4691-BDDC-55CE2472DBE4}" type="slidenum">
              <a:rPr lang="zh-CN" altLang="en-US" smtClean="0"/>
              <a:t>31</a:t>
            </a:fld>
            <a:endParaRPr lang="zh-CN" altLang="en-US"/>
          </a:p>
        </p:txBody>
      </p:sp>
    </p:spTree>
    <p:extLst>
      <p:ext uri="{BB962C8B-B14F-4D97-AF65-F5344CB8AC3E}">
        <p14:creationId xmlns:p14="http://schemas.microsoft.com/office/powerpoint/2010/main" val="2001023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FC746-F26D-5A80-E68A-3548BE81AA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F18F2E-AE75-097C-D820-075F69A299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7AA632-CA18-9642-0156-F5A250EBBC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B13B024-1B99-4E1C-EFC9-D00F4B463903}"/>
              </a:ext>
            </a:extLst>
          </p:cNvPr>
          <p:cNvSpPr>
            <a:spLocks noGrp="1"/>
          </p:cNvSpPr>
          <p:nvPr>
            <p:ph type="sldNum" sz="quarter" idx="5"/>
          </p:nvPr>
        </p:nvSpPr>
        <p:spPr/>
        <p:txBody>
          <a:bodyPr/>
          <a:lstStyle/>
          <a:p>
            <a:fld id="{0D8FB529-86A9-4691-BDDC-55CE2472DBE4}" type="slidenum">
              <a:rPr lang="zh-CN" altLang="en-US" smtClean="0"/>
              <a:t>32</a:t>
            </a:fld>
            <a:endParaRPr lang="zh-CN" altLang="en-US"/>
          </a:p>
        </p:txBody>
      </p:sp>
    </p:spTree>
    <p:extLst>
      <p:ext uri="{BB962C8B-B14F-4D97-AF65-F5344CB8AC3E}">
        <p14:creationId xmlns:p14="http://schemas.microsoft.com/office/powerpoint/2010/main" val="941221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004A0-080C-CA7E-D488-D321CF9B56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43E628-44F1-9C65-CF50-26743A6131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A9C404-D5B6-4E7A-E908-6A3E9D1A727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14BEE8-DDAF-94EC-23C8-2335431B9BCC}"/>
              </a:ext>
            </a:extLst>
          </p:cNvPr>
          <p:cNvSpPr>
            <a:spLocks noGrp="1"/>
          </p:cNvSpPr>
          <p:nvPr>
            <p:ph type="sldNum" sz="quarter" idx="5"/>
          </p:nvPr>
        </p:nvSpPr>
        <p:spPr/>
        <p:txBody>
          <a:bodyPr/>
          <a:lstStyle/>
          <a:p>
            <a:fld id="{0D8FB529-86A9-4691-BDDC-55CE2472DBE4}" type="slidenum">
              <a:rPr lang="zh-CN" altLang="en-US" smtClean="0"/>
              <a:t>33</a:t>
            </a:fld>
            <a:endParaRPr lang="zh-CN" altLang="en-US"/>
          </a:p>
        </p:txBody>
      </p:sp>
    </p:spTree>
    <p:extLst>
      <p:ext uri="{BB962C8B-B14F-4D97-AF65-F5344CB8AC3E}">
        <p14:creationId xmlns:p14="http://schemas.microsoft.com/office/powerpoint/2010/main" val="1166122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86886-1DED-454F-6401-93C68131AC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D2B006-B1F0-E980-680E-7A58064430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5E2B2A-8E33-93D8-F49D-4658269D2A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B4BEDD-B3FD-93D8-6159-83B2DFEFA236}"/>
              </a:ext>
            </a:extLst>
          </p:cNvPr>
          <p:cNvSpPr>
            <a:spLocks noGrp="1"/>
          </p:cNvSpPr>
          <p:nvPr>
            <p:ph type="sldNum" sz="quarter" idx="5"/>
          </p:nvPr>
        </p:nvSpPr>
        <p:spPr/>
        <p:txBody>
          <a:bodyPr/>
          <a:lstStyle/>
          <a:p>
            <a:fld id="{0D8FB529-86A9-4691-BDDC-55CE2472DBE4}" type="slidenum">
              <a:rPr lang="zh-CN" altLang="en-US" smtClean="0"/>
              <a:t>34</a:t>
            </a:fld>
            <a:endParaRPr lang="zh-CN" altLang="en-US"/>
          </a:p>
        </p:txBody>
      </p:sp>
    </p:spTree>
    <p:extLst>
      <p:ext uri="{BB962C8B-B14F-4D97-AF65-F5344CB8AC3E}">
        <p14:creationId xmlns:p14="http://schemas.microsoft.com/office/powerpoint/2010/main" val="3465112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33FC3-098D-C74F-7732-CF9D236249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E89FF2-8BD1-685E-B920-DC7A7D0E99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4778D0-F4BE-F06D-F4FB-9BD65D0E831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75AB2BD-235A-F708-5325-A67AF283F5F2}"/>
              </a:ext>
            </a:extLst>
          </p:cNvPr>
          <p:cNvSpPr>
            <a:spLocks noGrp="1"/>
          </p:cNvSpPr>
          <p:nvPr>
            <p:ph type="sldNum" sz="quarter" idx="5"/>
          </p:nvPr>
        </p:nvSpPr>
        <p:spPr/>
        <p:txBody>
          <a:bodyPr/>
          <a:lstStyle/>
          <a:p>
            <a:fld id="{0D8FB529-86A9-4691-BDDC-55CE2472DBE4}" type="slidenum">
              <a:rPr lang="zh-CN" altLang="en-US" smtClean="0"/>
              <a:t>35</a:t>
            </a:fld>
            <a:endParaRPr lang="zh-CN" altLang="en-US"/>
          </a:p>
        </p:txBody>
      </p:sp>
    </p:spTree>
    <p:extLst>
      <p:ext uri="{BB962C8B-B14F-4D97-AF65-F5344CB8AC3E}">
        <p14:creationId xmlns:p14="http://schemas.microsoft.com/office/powerpoint/2010/main" val="24824030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FED44-AC88-7807-CD77-5E9B9D436B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700CFA-5279-C706-09D6-E2C39EFF6C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38E286-7715-EC03-FD6E-0C8446C67A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950B65F-9817-9016-1808-03C6814946FB}"/>
              </a:ext>
            </a:extLst>
          </p:cNvPr>
          <p:cNvSpPr>
            <a:spLocks noGrp="1"/>
          </p:cNvSpPr>
          <p:nvPr>
            <p:ph type="sldNum" sz="quarter" idx="5"/>
          </p:nvPr>
        </p:nvSpPr>
        <p:spPr/>
        <p:txBody>
          <a:bodyPr/>
          <a:lstStyle/>
          <a:p>
            <a:fld id="{0D8FB529-86A9-4691-BDDC-55CE2472DBE4}" type="slidenum">
              <a:rPr lang="zh-CN" altLang="en-US" smtClean="0"/>
              <a:t>36</a:t>
            </a:fld>
            <a:endParaRPr lang="zh-CN" altLang="en-US"/>
          </a:p>
        </p:txBody>
      </p:sp>
    </p:spTree>
    <p:extLst>
      <p:ext uri="{BB962C8B-B14F-4D97-AF65-F5344CB8AC3E}">
        <p14:creationId xmlns:p14="http://schemas.microsoft.com/office/powerpoint/2010/main" val="616962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EC14F-74A8-99E8-02E4-0CB23ADC21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8C2D0D-77AC-D867-5936-9AA7F2C2B7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9D0A75-DF1A-1273-83F2-D0D6960CDA3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B0ACB50-E194-AFE7-1C5A-875431FAC198}"/>
              </a:ext>
            </a:extLst>
          </p:cNvPr>
          <p:cNvSpPr>
            <a:spLocks noGrp="1"/>
          </p:cNvSpPr>
          <p:nvPr>
            <p:ph type="sldNum" sz="quarter" idx="5"/>
          </p:nvPr>
        </p:nvSpPr>
        <p:spPr/>
        <p:txBody>
          <a:bodyPr/>
          <a:lstStyle/>
          <a:p>
            <a:fld id="{0D8FB529-86A9-4691-BDDC-55CE2472DBE4}" type="slidenum">
              <a:rPr lang="zh-CN" altLang="en-US" smtClean="0"/>
              <a:t>37</a:t>
            </a:fld>
            <a:endParaRPr lang="zh-CN" altLang="en-US"/>
          </a:p>
        </p:txBody>
      </p:sp>
    </p:spTree>
    <p:extLst>
      <p:ext uri="{BB962C8B-B14F-4D97-AF65-F5344CB8AC3E}">
        <p14:creationId xmlns:p14="http://schemas.microsoft.com/office/powerpoint/2010/main" val="793348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B76C7-204E-F6DC-411F-97D18233F6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4DFC01-A4B1-472A-8D16-56075E2C25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4323E9-E7D0-F994-04CE-3D5791F10C4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CAD0D06-4EEE-CCF5-0140-6E79E8127287}"/>
              </a:ext>
            </a:extLst>
          </p:cNvPr>
          <p:cNvSpPr>
            <a:spLocks noGrp="1"/>
          </p:cNvSpPr>
          <p:nvPr>
            <p:ph type="sldNum" sz="quarter" idx="5"/>
          </p:nvPr>
        </p:nvSpPr>
        <p:spPr/>
        <p:txBody>
          <a:bodyPr/>
          <a:lstStyle/>
          <a:p>
            <a:fld id="{0D8FB529-86A9-4691-BDDC-55CE2472DBE4}" type="slidenum">
              <a:rPr lang="zh-CN" altLang="en-US" smtClean="0"/>
              <a:t>38</a:t>
            </a:fld>
            <a:endParaRPr lang="zh-CN" altLang="en-US"/>
          </a:p>
        </p:txBody>
      </p:sp>
    </p:spTree>
    <p:extLst>
      <p:ext uri="{BB962C8B-B14F-4D97-AF65-F5344CB8AC3E}">
        <p14:creationId xmlns:p14="http://schemas.microsoft.com/office/powerpoint/2010/main" val="3557556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D9E86-E4DF-19C6-C6DF-59BA939B23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BBA328-5932-DFDA-0653-0FAD0002C3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8C1FCA-74D4-42F1-8322-6A18567856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89BD6BD-69EB-104A-8E71-0E3362BED0CB}"/>
              </a:ext>
            </a:extLst>
          </p:cNvPr>
          <p:cNvSpPr>
            <a:spLocks noGrp="1"/>
          </p:cNvSpPr>
          <p:nvPr>
            <p:ph type="sldNum" sz="quarter" idx="5"/>
          </p:nvPr>
        </p:nvSpPr>
        <p:spPr/>
        <p:txBody>
          <a:bodyPr/>
          <a:lstStyle/>
          <a:p>
            <a:fld id="{0D8FB529-86A9-4691-BDDC-55CE2472DBE4}" type="slidenum">
              <a:rPr lang="zh-CN" altLang="en-US" smtClean="0"/>
              <a:t>39</a:t>
            </a:fld>
            <a:endParaRPr lang="zh-CN" altLang="en-US"/>
          </a:p>
        </p:txBody>
      </p:sp>
    </p:spTree>
    <p:extLst>
      <p:ext uri="{BB962C8B-B14F-4D97-AF65-F5344CB8AC3E}">
        <p14:creationId xmlns:p14="http://schemas.microsoft.com/office/powerpoint/2010/main" val="3840657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F07D-CEB1-DAA6-B30D-600EA6AA74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9C1AAF-1CDB-C8E2-00B8-C6B16FCC77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95BFC0-68BB-5462-2911-61214B39B2D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EE974F-A010-04CA-8D30-E14B21E38DA6}"/>
              </a:ext>
            </a:extLst>
          </p:cNvPr>
          <p:cNvSpPr>
            <a:spLocks noGrp="1"/>
          </p:cNvSpPr>
          <p:nvPr>
            <p:ph type="sldNum" sz="quarter" idx="5"/>
          </p:nvPr>
        </p:nvSpPr>
        <p:spPr/>
        <p:txBody>
          <a:bodyPr/>
          <a:lstStyle/>
          <a:p>
            <a:fld id="{0D8FB529-86A9-4691-BDDC-55CE2472DBE4}" type="slidenum">
              <a:rPr lang="zh-CN" altLang="en-US" smtClean="0"/>
              <a:t>40</a:t>
            </a:fld>
            <a:endParaRPr lang="zh-CN" altLang="en-US"/>
          </a:p>
        </p:txBody>
      </p:sp>
    </p:spTree>
    <p:extLst>
      <p:ext uri="{BB962C8B-B14F-4D97-AF65-F5344CB8AC3E}">
        <p14:creationId xmlns:p14="http://schemas.microsoft.com/office/powerpoint/2010/main" val="32213623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606CD-AFD5-16B5-A8C9-3699B9AAF1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33A403-9B6B-DF95-A034-9E4A2EAF40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071159-285B-72F4-415F-F928FC100ED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3448C89-1A2D-97F7-E7C2-C081BCBF218D}"/>
              </a:ext>
            </a:extLst>
          </p:cNvPr>
          <p:cNvSpPr>
            <a:spLocks noGrp="1"/>
          </p:cNvSpPr>
          <p:nvPr>
            <p:ph type="sldNum" sz="quarter" idx="5"/>
          </p:nvPr>
        </p:nvSpPr>
        <p:spPr/>
        <p:txBody>
          <a:bodyPr/>
          <a:lstStyle/>
          <a:p>
            <a:fld id="{0D8FB529-86A9-4691-BDDC-55CE2472DBE4}" type="slidenum">
              <a:rPr lang="zh-CN" altLang="en-US" smtClean="0"/>
              <a:t>41</a:t>
            </a:fld>
            <a:endParaRPr lang="zh-CN" altLang="en-US"/>
          </a:p>
        </p:txBody>
      </p:sp>
    </p:spTree>
    <p:extLst>
      <p:ext uri="{BB962C8B-B14F-4D97-AF65-F5344CB8AC3E}">
        <p14:creationId xmlns:p14="http://schemas.microsoft.com/office/powerpoint/2010/main" val="4096780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2A46B-6EF8-1775-F515-B6F63FDE9E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3D9F0C-95E5-ECED-17F7-825CCAD96D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EF8A0F-DE12-9BFB-8F3A-1FF761651B0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8F82A1-1605-CD48-0B6C-64B5FC1574B8}"/>
              </a:ext>
            </a:extLst>
          </p:cNvPr>
          <p:cNvSpPr>
            <a:spLocks noGrp="1"/>
          </p:cNvSpPr>
          <p:nvPr>
            <p:ph type="sldNum" sz="quarter" idx="5"/>
          </p:nvPr>
        </p:nvSpPr>
        <p:spPr/>
        <p:txBody>
          <a:bodyPr/>
          <a:lstStyle/>
          <a:p>
            <a:fld id="{0D8FB529-86A9-4691-BDDC-55CE2472DBE4}" type="slidenum">
              <a:rPr lang="zh-CN" altLang="en-US" smtClean="0"/>
              <a:t>42</a:t>
            </a:fld>
            <a:endParaRPr lang="zh-CN" altLang="en-US"/>
          </a:p>
        </p:txBody>
      </p:sp>
    </p:spTree>
    <p:extLst>
      <p:ext uri="{BB962C8B-B14F-4D97-AF65-F5344CB8AC3E}">
        <p14:creationId xmlns:p14="http://schemas.microsoft.com/office/powerpoint/2010/main" val="4034977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0474FF-BC9C-0C44-09D9-534D5B88D99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199BC0B-820B-CF7C-24FB-EA98D06A51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B42622C-45CB-0F95-E6D8-59E3C05861F1}"/>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16D83392-8ACA-7344-A9D8-2A19A4190B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E3A808-717E-2F78-E106-F7FEE8A15266}"/>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363870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CB98-9E15-196F-3EB1-7F70C795624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8B61735-0294-A7DD-B453-F18DF097A3E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ECE84-6611-5455-7701-ED63069E7514}"/>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35A48B87-B921-5B89-2172-3EC4AA87AE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E4DAF9-9993-98CE-43F8-014894B79053}"/>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727801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96A06-6F78-826B-65E7-2AC0CFC888D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5789225-8523-2B94-53C8-FD9A292E8F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AEE853E-32E7-B766-469F-A33E21487F31}"/>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C751CCD2-B90B-3C8C-B8F0-762BACBDD1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60961C-CDD8-A5CE-F1CD-65047E7B7D35}"/>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985917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83CA4C-4742-0951-06B5-4E4376A9A5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379B38D-42F6-5A47-ED50-046BE10A549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59922CF-F166-FE56-8574-39B479B3C87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7445003-B44D-4444-8B30-026BBC96B74C}"/>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6" name="页脚占位符 5">
            <a:extLst>
              <a:ext uri="{FF2B5EF4-FFF2-40B4-BE49-F238E27FC236}">
                <a16:creationId xmlns:a16="http://schemas.microsoft.com/office/drawing/2014/main" id="{CD0F1C47-D372-210D-DF56-A17DBD058E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FB201CF-1B20-BF3B-5EB7-736161B7ED42}"/>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2237563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80919B-12BB-8BA3-5720-5A5A973FE1E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39EA41F-5C8A-524F-531F-271D808973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CB7E6EA-2E92-F3AE-4F94-3FDF23D639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2447FAD-22E2-C179-9445-8E43607722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8CA33AE-768B-F08F-CB2C-823CCD9A597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57CC2B4-DCEA-BC73-BAFE-4C289C68B4FB}"/>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8" name="页脚占位符 7">
            <a:extLst>
              <a:ext uri="{FF2B5EF4-FFF2-40B4-BE49-F238E27FC236}">
                <a16:creationId xmlns:a16="http://schemas.microsoft.com/office/drawing/2014/main" id="{E9EA0A38-7F52-119A-4ADE-2E9CF80180E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E646046-F52C-57D6-7BE1-30EA69D4B87A}"/>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966088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47D81-76AA-966F-C0F5-189F31A422D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3694549-7C10-DE85-0781-8D88DF8B2C23}"/>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4" name="页脚占位符 3">
            <a:extLst>
              <a:ext uri="{FF2B5EF4-FFF2-40B4-BE49-F238E27FC236}">
                <a16:creationId xmlns:a16="http://schemas.microsoft.com/office/drawing/2014/main" id="{0B1DB752-4907-328B-C0BF-E6FE7364AC5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896111D-99C6-9A35-8D46-B2E439A36459}"/>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3101626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D27D7AD-58EA-5EC3-7E44-1166A73AC4C6}"/>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3" name="页脚占位符 2">
            <a:extLst>
              <a:ext uri="{FF2B5EF4-FFF2-40B4-BE49-F238E27FC236}">
                <a16:creationId xmlns:a16="http://schemas.microsoft.com/office/drawing/2014/main" id="{30C617F9-A3EF-225F-D5F1-3DFE1578F44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2AF128A-7013-9BFB-22F7-6F736FEDB0EA}"/>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3043024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D421BC-A85D-5571-79A2-2347917470A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0DD6EAE-0A53-0D9E-E209-A933DD7BF4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93D4705-1849-8565-D4E6-221A636F78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93C1306-E637-FE5C-C6C9-2C9C45693298}"/>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6" name="页脚占位符 5">
            <a:extLst>
              <a:ext uri="{FF2B5EF4-FFF2-40B4-BE49-F238E27FC236}">
                <a16:creationId xmlns:a16="http://schemas.microsoft.com/office/drawing/2014/main" id="{6D7337B2-E1E5-8790-1CB8-A77C6705988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3D1590-478F-F625-F173-3FB862807780}"/>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1751893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9D89DA-6B3B-A89C-A774-63A7DC5C5F3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ED41C95-2C29-C08A-5A8A-0A5EA8670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2517E6C-C404-C903-0DAA-3924C9BF5C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3BFEF4-1D66-DF47-4941-191E70F3FA6F}"/>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6" name="页脚占位符 5">
            <a:extLst>
              <a:ext uri="{FF2B5EF4-FFF2-40B4-BE49-F238E27FC236}">
                <a16:creationId xmlns:a16="http://schemas.microsoft.com/office/drawing/2014/main" id="{B254D056-A1DC-C6D0-FD04-041EF63D36D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86AC9A9-238A-7F75-542D-3F1600658909}"/>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4049842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809A3E-9C90-0F45-C41C-760CA031568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17E55ED-D9DE-C207-05F0-BE82D9454C6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404A2-040E-E51A-F936-4FB6CA7F2B4D}"/>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4681DF8B-E7AC-FAF6-F75F-12C885FF83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155532-268D-8928-6D49-D2AD3EAB2B6E}"/>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2507261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BA8DB77-F2B2-30A2-005D-DCFF8A6E68B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A45C58E-9B06-AB5A-89BE-82AF6C13A91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CEECDA-300F-727C-33DF-286D27C9238A}"/>
              </a:ext>
            </a:extLst>
          </p:cNvPr>
          <p:cNvSpPr>
            <a:spLocks noGrp="1"/>
          </p:cNvSpPr>
          <p:nvPr>
            <p:ph type="dt" sz="half" idx="10"/>
          </p:nvPr>
        </p:nvSpPr>
        <p:spPr/>
        <p:txBody>
          <a:bodyPr/>
          <a:lstStyle/>
          <a:p>
            <a:fld id="{879D55D8-D925-47F2-B7E6-296EB0251CC3}"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DD1226D8-E7AF-6983-43D2-A3A75AE57F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6C9EE2-6D2E-DD91-0EC4-CB6EF864D108}"/>
              </a:ext>
            </a:extLst>
          </p:cNvPr>
          <p:cNvSpPr>
            <a:spLocks noGrp="1"/>
          </p:cNvSpPr>
          <p:nvPr>
            <p:ph type="sldNum" sz="quarter" idx="12"/>
          </p:nvPr>
        </p:nvSpPr>
        <p:spPr/>
        <p:txBody>
          <a:body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494028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F39FBFD-9570-1BCB-8C7E-C876DBFCA2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A5E8034-FEA2-4D23-3056-897C527BDE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5FAFAA-F97C-FC8D-4B81-EC31BBF20A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9D55D8-D925-47F2-B7E6-296EB0251CC3}" type="datetimeFigureOut">
              <a:rPr lang="zh-CN" altLang="en-US" smtClean="0"/>
              <a:t>2026/1/30</a:t>
            </a:fld>
            <a:endParaRPr lang="zh-CN" altLang="en-US"/>
          </a:p>
        </p:txBody>
      </p:sp>
      <p:sp>
        <p:nvSpPr>
          <p:cNvPr id="5" name="页脚占位符 4">
            <a:extLst>
              <a:ext uri="{FF2B5EF4-FFF2-40B4-BE49-F238E27FC236}">
                <a16:creationId xmlns:a16="http://schemas.microsoft.com/office/drawing/2014/main" id="{8CFF490C-150F-A18A-0A47-E6BD0030FD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88245A7E-C6CD-8AFD-490F-FDBE006F29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DB9526-05BC-4196-AFA3-05130E94BC02}" type="slidenum">
              <a:rPr lang="zh-CN" altLang="en-US" smtClean="0"/>
              <a:t>‹#›</a:t>
            </a:fld>
            <a:endParaRPr lang="zh-CN" altLang="en-US"/>
          </a:p>
        </p:txBody>
      </p:sp>
    </p:spTree>
    <p:extLst>
      <p:ext uri="{BB962C8B-B14F-4D97-AF65-F5344CB8AC3E}">
        <p14:creationId xmlns:p14="http://schemas.microsoft.com/office/powerpoint/2010/main" val="3068720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9.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10.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8.xml"/><Relationship Id="rId1" Type="http://schemas.openxmlformats.org/officeDocument/2006/relationships/slideLayout" Target="../slideLayouts/slideLayout1.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12.xml"/><Relationship Id="rId1" Type="http://schemas.openxmlformats.org/officeDocument/2006/relationships/slideLayout" Target="../slideLayouts/slideLayout1.xml"/><Relationship Id="rId4" Type="http://schemas.openxmlformats.org/officeDocument/2006/relationships/slide" Target="slide10.xml"/></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slide" Target="slide27.xml"/></Relationships>
</file>

<file path=ppt/slides/_rels/slide2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slide" Target="slide28.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slide" Target="slide28.xml"/><Relationship Id="rId4" Type="http://schemas.openxmlformats.org/officeDocument/2006/relationships/slide" Target="slide27.xml"/></Relationships>
</file>

<file path=ppt/slides/_rels/slide29.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slide" Target="slide34.xml"/></Relationships>
</file>

<file path=ppt/slides/_rels/slide32.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slide" Target="slide34.xml"/></Relationships>
</file>

<file path=ppt/slides/_rels/slide33.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slide" Target="slide42.xml"/><Relationship Id="rId5" Type="http://schemas.openxmlformats.org/officeDocument/2006/relationships/slide" Target="slide33.xml"/><Relationship Id="rId4" Type="http://schemas.openxmlformats.org/officeDocument/2006/relationships/slide" Target="slide32.xml"/></Relationships>
</file>

<file path=ppt/slides/_rels/slide35.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34.xml"/><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slide" Target="slide36.xml"/><Relationship Id="rId5" Type="http://schemas.openxmlformats.org/officeDocument/2006/relationships/slide" Target="slide32.xml"/><Relationship Id="rId4" Type="http://schemas.openxmlformats.org/officeDocument/2006/relationships/image" Target="../media/image2.png"/><Relationship Id="rId9"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slide" Target="slide32.xml"/></Relationships>
</file>

<file path=ppt/slides/_rels/slide37.xml.rels><?xml version="1.0" encoding="UTF-8" standalone="yes"?>
<Relationships xmlns="http://schemas.openxmlformats.org/package/2006/relationships"><Relationship Id="rId3" Type="http://schemas.openxmlformats.org/officeDocument/2006/relationships/slide" Target="slide37.xml"/><Relationship Id="rId7"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slide" Target="slide32.xml"/><Relationship Id="rId5" Type="http://schemas.openxmlformats.org/officeDocument/2006/relationships/image" Target="../media/image7.png"/><Relationship Id="rId4" Type="http://schemas.openxmlformats.org/officeDocument/2006/relationships/slide" Target="slide38.xml"/></Relationships>
</file>

<file path=ppt/slides/_rels/slide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37.xml"/><Relationship Id="rId7"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8.png"/><Relationship Id="rId5" Type="http://schemas.openxmlformats.org/officeDocument/2006/relationships/slide" Target="slide39.xml"/><Relationship Id="rId10" Type="http://schemas.openxmlformats.org/officeDocument/2006/relationships/image" Target="../media/image7.png"/><Relationship Id="rId4" Type="http://schemas.openxmlformats.org/officeDocument/2006/relationships/slide" Target="slide38.xml"/><Relationship Id="rId9" Type="http://schemas.openxmlformats.org/officeDocument/2006/relationships/slide" Target="slide32.xml"/></Relationships>
</file>

<file path=ppt/slides/_rels/slide39.xml.rels><?xml version="1.0" encoding="UTF-8" standalone="yes"?>
<Relationships xmlns="http://schemas.openxmlformats.org/package/2006/relationships"><Relationship Id="rId8" Type="http://schemas.openxmlformats.org/officeDocument/2006/relationships/slide" Target="slide32.xml"/><Relationship Id="rId3" Type="http://schemas.openxmlformats.org/officeDocument/2006/relationships/slide" Target="slide37.xml"/><Relationship Id="rId7" Type="http://schemas.openxmlformats.org/officeDocument/2006/relationships/slide" Target="slide39.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38.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slide" Target="slide32.xml"/></Relationships>
</file>

<file path=ppt/slides/_rels/slide4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5437231"/>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A072BC4-C9FE-AEF3-6D30-1EA3307EDEC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28EA05D-C4C4-692E-245B-ABFAF4E07768}"/>
              </a:ext>
            </a:extLst>
          </p:cNvPr>
          <p:cNvSpPr txBox="1"/>
          <p:nvPr/>
        </p:nvSpPr>
        <p:spPr>
          <a:xfrm>
            <a:off x="4623459" y="3244334"/>
            <a:ext cx="2945081" cy="369332"/>
          </a:xfrm>
          <a:prstGeom prst="rect">
            <a:avLst/>
          </a:prstGeom>
          <a:noFill/>
        </p:spPr>
        <p:txBody>
          <a:bodyPr wrap="square" rtlCol="0">
            <a:spAutoFit/>
          </a:bodyPr>
          <a:lstStyle/>
          <a:p>
            <a:r>
              <a:rPr lang="en-US" altLang="zh-CN" dirty="0" err="1">
                <a:solidFill>
                  <a:schemeClr val="bg1"/>
                </a:solidFill>
              </a:rPr>
              <a:t>WeiYin</a:t>
            </a:r>
            <a:r>
              <a:rPr lang="en-US" altLang="zh-CN" dirty="0">
                <a:solidFill>
                  <a:schemeClr val="bg1"/>
                </a:solidFill>
              </a:rPr>
              <a:t> Visual Machine 2025</a:t>
            </a:r>
            <a:endParaRPr lang="zh-CN" altLang="en-US" dirty="0">
              <a:solidFill>
                <a:schemeClr val="bg1"/>
              </a:solidFill>
            </a:endParaRPr>
          </a:p>
        </p:txBody>
      </p:sp>
    </p:spTree>
    <p:extLst>
      <p:ext uri="{BB962C8B-B14F-4D97-AF65-F5344CB8AC3E}">
        <p14:creationId xmlns:p14="http://schemas.microsoft.com/office/powerpoint/2010/main" val="1901029236"/>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04E79DE-6B44-A4E2-69AF-0960DFA6FB0D}"/>
            </a:ext>
          </a:extLst>
        </p:cNvPr>
        <p:cNvGrpSpPr/>
        <p:nvPr/>
      </p:nvGrpSpPr>
      <p:grpSpPr>
        <a:xfrm>
          <a:off x="0" y="0"/>
          <a:ext cx="0" cy="0"/>
          <a:chOff x="0" y="0"/>
          <a:chExt cx="0" cy="0"/>
        </a:xfrm>
      </p:grpSpPr>
    </p:spTree>
    <p:extLst>
      <p:ext uri="{BB962C8B-B14F-4D97-AF65-F5344CB8AC3E}">
        <p14:creationId xmlns:p14="http://schemas.microsoft.com/office/powerpoint/2010/main" val="2824310564"/>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EF802E-E34F-835F-60A9-764DD644B59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30C8C83-FA90-F480-6973-C16C373630FD}"/>
              </a:ext>
            </a:extLst>
          </p:cNvPr>
          <p:cNvSpPr txBox="1"/>
          <p:nvPr/>
        </p:nvSpPr>
        <p:spPr>
          <a:xfrm>
            <a:off x="0" y="6488668"/>
            <a:ext cx="2074224" cy="369332"/>
          </a:xfrm>
          <a:prstGeom prst="rect">
            <a:avLst/>
          </a:prstGeom>
          <a:noFill/>
        </p:spPr>
        <p:txBody>
          <a:bodyPr wrap="square" rtlCol="0">
            <a:spAutoFit/>
          </a:bodyPr>
          <a:lstStyle/>
          <a:p>
            <a:r>
              <a:rPr lang="zh-CN" altLang="en-US">
                <a:solidFill>
                  <a:schemeClr val="bg1"/>
                </a:solidFill>
              </a:rPr>
              <a:t>写入</a:t>
            </a:r>
            <a:r>
              <a:rPr lang="en-US" altLang="zh-CN">
                <a:solidFill>
                  <a:schemeClr val="bg1"/>
                </a:solidFill>
              </a:rPr>
              <a:t>Recovery</a:t>
            </a:r>
            <a:r>
              <a:rPr lang="zh-CN" altLang="en-US">
                <a:solidFill>
                  <a:schemeClr val="bg1"/>
                </a:solidFill>
              </a:rPr>
              <a:t>中</a:t>
            </a:r>
            <a:r>
              <a:rPr lang="en-US" altLang="zh-CN">
                <a:solidFill>
                  <a:schemeClr val="bg1"/>
                </a:solidFill>
              </a:rPr>
              <a:t>......</a:t>
            </a:r>
            <a:endParaRPr lang="zh-CN" altLang="en-US">
              <a:solidFill>
                <a:schemeClr val="bg1"/>
              </a:solidFill>
            </a:endParaRPr>
          </a:p>
        </p:txBody>
      </p:sp>
    </p:spTree>
    <p:extLst>
      <p:ext uri="{BB962C8B-B14F-4D97-AF65-F5344CB8AC3E}">
        <p14:creationId xmlns:p14="http://schemas.microsoft.com/office/powerpoint/2010/main" val="2176403988"/>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CCF81E-0BAB-9AB6-6CFD-1A33207D812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B6C0B3D-1D2D-C34E-3165-FDE94E2B3787}"/>
              </a:ext>
            </a:extLst>
          </p:cNvPr>
          <p:cNvSpPr txBox="1"/>
          <p:nvPr/>
        </p:nvSpPr>
        <p:spPr>
          <a:xfrm>
            <a:off x="0" y="6488668"/>
            <a:ext cx="2074224" cy="369332"/>
          </a:xfrm>
          <a:prstGeom prst="rect">
            <a:avLst/>
          </a:prstGeom>
          <a:noFill/>
        </p:spPr>
        <p:txBody>
          <a:bodyPr wrap="square" rtlCol="0">
            <a:spAutoFit/>
          </a:bodyPr>
          <a:lstStyle/>
          <a:p>
            <a:r>
              <a:rPr lang="zh-CN" altLang="en-US">
                <a:solidFill>
                  <a:schemeClr val="bg1"/>
                </a:solidFill>
              </a:rPr>
              <a:t>启动</a:t>
            </a:r>
            <a:r>
              <a:rPr lang="en-US" altLang="zh-CN">
                <a:solidFill>
                  <a:schemeClr val="bg1"/>
                </a:solidFill>
              </a:rPr>
              <a:t>Recovery</a:t>
            </a:r>
            <a:r>
              <a:rPr lang="zh-CN" altLang="en-US">
                <a:solidFill>
                  <a:schemeClr val="bg1"/>
                </a:solidFill>
              </a:rPr>
              <a:t>中</a:t>
            </a:r>
            <a:r>
              <a:rPr lang="en-US" altLang="zh-CN">
                <a:solidFill>
                  <a:schemeClr val="bg1"/>
                </a:solidFill>
              </a:rPr>
              <a:t>......</a:t>
            </a:r>
            <a:endParaRPr lang="zh-CN" altLang="en-US">
              <a:solidFill>
                <a:schemeClr val="bg1"/>
              </a:solidFill>
            </a:endParaRPr>
          </a:p>
        </p:txBody>
      </p:sp>
    </p:spTree>
    <p:extLst>
      <p:ext uri="{BB962C8B-B14F-4D97-AF65-F5344CB8AC3E}">
        <p14:creationId xmlns:p14="http://schemas.microsoft.com/office/powerpoint/2010/main" val="1523999225"/>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464FA64-01EB-9ACC-7984-B6046FC3673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D81496C-C163-FDA9-7D1B-E67D13902B74}"/>
              </a:ext>
            </a:extLst>
          </p:cNvPr>
          <p:cNvSpPr txBox="1"/>
          <p:nvPr/>
        </p:nvSpPr>
        <p:spPr>
          <a:xfrm>
            <a:off x="1642753" y="2136338"/>
            <a:ext cx="3534889" cy="2862322"/>
          </a:xfrm>
          <a:prstGeom prst="rect">
            <a:avLst/>
          </a:prstGeom>
          <a:noFill/>
        </p:spPr>
        <p:txBody>
          <a:bodyPr wrap="square" rtlCol="0">
            <a:spAutoFit/>
          </a:bodyPr>
          <a:lstStyle/>
          <a:p>
            <a:r>
              <a:rPr lang="en-US" altLang="zh-CN" sz="7200" b="1">
                <a:solidFill>
                  <a:srgbClr val="7030A0"/>
                </a:solidFill>
              </a:rPr>
              <a:t>WEIUI</a:t>
            </a:r>
            <a:r>
              <a:rPr lang="en-US" altLang="zh-CN" sz="5400">
                <a:solidFill>
                  <a:schemeClr val="bg1"/>
                </a:solidFill>
              </a:rPr>
              <a:t> RECOVERY 1.0.0</a:t>
            </a:r>
            <a:endParaRPr lang="zh-CN" altLang="en-US" sz="5400">
              <a:solidFill>
                <a:schemeClr val="bg1"/>
              </a:solidFill>
            </a:endParaRPr>
          </a:p>
        </p:txBody>
      </p:sp>
    </p:spTree>
    <p:extLst>
      <p:ext uri="{BB962C8B-B14F-4D97-AF65-F5344CB8AC3E}">
        <p14:creationId xmlns:p14="http://schemas.microsoft.com/office/powerpoint/2010/main" val="176144166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2C0D30B-A0D2-1066-0925-86727DD775A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970A278-634C-0282-A78F-92022FAED7A5}"/>
              </a:ext>
            </a:extLst>
          </p:cNvPr>
          <p:cNvSpPr txBox="1"/>
          <p:nvPr/>
        </p:nvSpPr>
        <p:spPr>
          <a:xfrm>
            <a:off x="1642753" y="2136338"/>
            <a:ext cx="3534889" cy="2862322"/>
          </a:xfrm>
          <a:prstGeom prst="rect">
            <a:avLst/>
          </a:prstGeom>
          <a:noFill/>
        </p:spPr>
        <p:txBody>
          <a:bodyPr wrap="square" rtlCol="0">
            <a:spAutoFit/>
          </a:bodyPr>
          <a:lstStyle/>
          <a:p>
            <a:r>
              <a:rPr lang="en-US" altLang="zh-CN" sz="7200" b="1">
                <a:solidFill>
                  <a:srgbClr val="7030A0"/>
                </a:solidFill>
              </a:rPr>
              <a:t>WEIUI</a:t>
            </a:r>
            <a:r>
              <a:rPr lang="en-US" altLang="zh-CN" sz="5400">
                <a:solidFill>
                  <a:schemeClr val="bg1"/>
                </a:solidFill>
              </a:rPr>
              <a:t> RECOVERY 1.0.0</a:t>
            </a:r>
            <a:endParaRPr lang="zh-CN" altLang="en-US" sz="5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70155E3D-4B40-8C49-8D67-9197F5883327}"/>
              </a:ext>
            </a:extLst>
          </p:cNvPr>
          <p:cNvSpPr/>
          <p:nvPr/>
        </p:nvSpPr>
        <p:spPr>
          <a:xfrm>
            <a:off x="7861464" y="318748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开始使用</a:t>
            </a:r>
          </a:p>
        </p:txBody>
      </p:sp>
    </p:spTree>
    <p:extLst>
      <p:ext uri="{BB962C8B-B14F-4D97-AF65-F5344CB8AC3E}">
        <p14:creationId xmlns:p14="http://schemas.microsoft.com/office/powerpoint/2010/main" val="8652707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F45518-7B31-FE6A-6C74-380EEDDC324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EB57F0C-A4AE-2817-3540-30A3CA9DA8FC}"/>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854309E6-6080-A446-7914-A4CC841C586E}"/>
              </a:ext>
            </a:extLst>
          </p:cNvPr>
          <p:cNvSpPr/>
          <p:nvPr/>
        </p:nvSpPr>
        <p:spPr>
          <a:xfrm>
            <a:off x="605641" y="1916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刷入刷机包</a:t>
            </a:r>
          </a:p>
        </p:txBody>
      </p:sp>
      <p:sp>
        <p:nvSpPr>
          <p:cNvPr id="4" name="矩形: 剪去单角 3">
            <a:extLst>
              <a:ext uri="{FF2B5EF4-FFF2-40B4-BE49-F238E27FC236}">
                <a16:creationId xmlns:a16="http://schemas.microsoft.com/office/drawing/2014/main" id="{4CFB6E66-840D-ACB5-6C01-C471AA8FAD61}"/>
              </a:ext>
            </a:extLst>
          </p:cNvPr>
          <p:cNvSpPr/>
          <p:nvPr/>
        </p:nvSpPr>
        <p:spPr>
          <a:xfrm>
            <a:off x="605641" y="311489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61D67F45-6585-2366-1DE7-5EC49CCC1594}"/>
              </a:ext>
            </a:extLst>
          </p:cNvPr>
          <p:cNvSpPr/>
          <p:nvPr/>
        </p:nvSpPr>
        <p:spPr>
          <a:xfrm>
            <a:off x="605641" y="4312970"/>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3" action="ppaction://hlinksldjump"/>
            <a:extLst>
              <a:ext uri="{FF2B5EF4-FFF2-40B4-BE49-F238E27FC236}">
                <a16:creationId xmlns:a16="http://schemas.microsoft.com/office/drawing/2014/main" id="{9F157296-E7BA-B05E-CBD5-980A5C59D1CB}"/>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E3A31184-3724-889D-EF79-46E36FC67D22}"/>
              </a:ext>
            </a:extLst>
          </p:cNvPr>
          <p:cNvSpPr/>
          <p:nvPr/>
        </p:nvSpPr>
        <p:spPr>
          <a:xfrm>
            <a:off x="5925787" y="2120991"/>
            <a:ext cx="2952000" cy="2952000"/>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3C3F866C-C82F-D141-30A1-D230A216967B}"/>
              </a:ext>
            </a:extLst>
          </p:cNvPr>
          <p:cNvCxnSpPr>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B16AACB9-E778-64A2-785D-C2DB8A107451}"/>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17886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67A28F-1D74-8C70-7637-EC6F136736E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2A9B59F-0A84-1EA5-1137-B5B6DDE9005C}"/>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53D361DE-2BA1-D407-0A29-82F5689AD934}"/>
              </a:ext>
            </a:extLst>
          </p:cNvPr>
          <p:cNvSpPr/>
          <p:nvPr/>
        </p:nvSpPr>
        <p:spPr>
          <a:xfrm>
            <a:off x="1934687" y="3216980"/>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选择刷机包</a:t>
            </a:r>
          </a:p>
        </p:txBody>
      </p:sp>
      <p:sp>
        <p:nvSpPr>
          <p:cNvPr id="4" name="矩形: 剪去单角 3">
            <a:extLst>
              <a:ext uri="{FF2B5EF4-FFF2-40B4-BE49-F238E27FC236}">
                <a16:creationId xmlns:a16="http://schemas.microsoft.com/office/drawing/2014/main" id="{7A4CCFC3-9A16-DF41-1AFF-D5F513B6ED9F}"/>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A9112583-8094-2415-D92D-8846FC965567}"/>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3" action="ppaction://hlinksldjump"/>
            <a:extLst>
              <a:ext uri="{FF2B5EF4-FFF2-40B4-BE49-F238E27FC236}">
                <a16:creationId xmlns:a16="http://schemas.microsoft.com/office/drawing/2014/main" id="{C5ACA2FE-CA43-2DFC-50DA-F88DC9D30DD2}"/>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00CA293B-0A1B-8CBF-CC7B-18022C66F8A0}"/>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10E92867-F67B-51FC-FA68-3E3EBF66AE99}"/>
              </a:ext>
            </a:extLst>
          </p:cNvPr>
          <p:cNvCxnSpPr>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06C30E6E-E13D-2ABF-96E2-90149CF578A9}"/>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A4845387-C7D9-3198-A03F-93AE7B2BC861}"/>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Tree>
    <p:extLst>
      <p:ext uri="{BB962C8B-B14F-4D97-AF65-F5344CB8AC3E}">
        <p14:creationId xmlns:p14="http://schemas.microsoft.com/office/powerpoint/2010/main" val="13796650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42844DE-8462-89F2-A172-BD498377FD4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B387132-812E-08C6-67A8-A3003935CD0C}"/>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0AF2BAED-6255-BBA4-7696-5D098EDF8A6B}"/>
              </a:ext>
            </a:extLst>
          </p:cNvPr>
          <p:cNvSpPr/>
          <p:nvPr/>
        </p:nvSpPr>
        <p:spPr>
          <a:xfrm>
            <a:off x="1934687" y="3216980"/>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取消</a:t>
            </a:r>
          </a:p>
        </p:txBody>
      </p:sp>
      <p:sp>
        <p:nvSpPr>
          <p:cNvPr id="4" name="矩形: 剪去单角 3">
            <a:extLst>
              <a:ext uri="{FF2B5EF4-FFF2-40B4-BE49-F238E27FC236}">
                <a16:creationId xmlns:a16="http://schemas.microsoft.com/office/drawing/2014/main" id="{61F0C131-BDCA-5600-6E4A-9978FBB346F4}"/>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33241242-037A-B40B-41B6-8782595641CD}"/>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3" action="ppaction://hlinksldjump"/>
            <a:extLst>
              <a:ext uri="{FF2B5EF4-FFF2-40B4-BE49-F238E27FC236}">
                <a16:creationId xmlns:a16="http://schemas.microsoft.com/office/drawing/2014/main" id="{6DC1F9A6-3C84-7197-3352-60083F189662}"/>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0A8A5C6C-F1FD-654A-121F-307F5DD5A060}"/>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B9F2912E-CFBF-95D4-4B2D-5B74F32C7727}"/>
              </a:ext>
            </a:extLst>
          </p:cNvPr>
          <p:cNvCxnSpPr>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4FFAC0FC-4792-0ADB-0823-2462EC8DFC30}"/>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D9D41F31-3CF5-3909-1FCB-2776AC7519C2}"/>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
        <p:nvSpPr>
          <p:cNvPr id="11" name="矩形: 剪去单角 10">
            <a:extLst>
              <a:ext uri="{FF2B5EF4-FFF2-40B4-BE49-F238E27FC236}">
                <a16:creationId xmlns:a16="http://schemas.microsoft.com/office/drawing/2014/main" id="{5FF26730-15C8-EDD4-11C1-507BFB609FFF}"/>
              </a:ext>
            </a:extLst>
          </p:cNvPr>
          <p:cNvSpPr/>
          <p:nvPr/>
        </p:nvSpPr>
        <p:spPr>
          <a:xfrm>
            <a:off x="3785258" y="1761154"/>
            <a:ext cx="7508176" cy="2703968"/>
          </a:xfrm>
          <a:prstGeom prst="snip1Rect">
            <a:avLst>
              <a:gd name="adj" fmla="val 0"/>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文本框 11">
            <a:extLst>
              <a:ext uri="{FF2B5EF4-FFF2-40B4-BE49-F238E27FC236}">
                <a16:creationId xmlns:a16="http://schemas.microsoft.com/office/drawing/2014/main" id="{C227EEF5-FAF9-71F4-D2F4-1AEAB271BA1D}"/>
              </a:ext>
            </a:extLst>
          </p:cNvPr>
          <p:cNvSpPr txBox="1"/>
          <p:nvPr/>
        </p:nvSpPr>
        <p:spPr>
          <a:xfrm>
            <a:off x="3812970" y="1751659"/>
            <a:ext cx="1374567" cy="369332"/>
          </a:xfrm>
          <a:prstGeom prst="rect">
            <a:avLst/>
          </a:prstGeom>
          <a:noFill/>
        </p:spPr>
        <p:txBody>
          <a:bodyPr wrap="square" rtlCol="0">
            <a:spAutoFit/>
          </a:bodyPr>
          <a:lstStyle/>
          <a:p>
            <a:r>
              <a:rPr lang="en-US" altLang="zh-CN">
                <a:solidFill>
                  <a:schemeClr val="bg1"/>
                </a:solidFill>
              </a:rPr>
              <a:t>USB Device</a:t>
            </a:r>
            <a:endParaRPr lang="zh-CN" altLang="en-US">
              <a:solidFill>
                <a:schemeClr val="bg1"/>
              </a:solidFill>
            </a:endParaRPr>
          </a:p>
        </p:txBody>
      </p:sp>
      <p:sp>
        <p:nvSpPr>
          <p:cNvPr id="13" name="文本框 12">
            <a:hlinkClick r:id="rId4" action="ppaction://hlinksldjump"/>
            <a:extLst>
              <a:ext uri="{FF2B5EF4-FFF2-40B4-BE49-F238E27FC236}">
                <a16:creationId xmlns:a16="http://schemas.microsoft.com/office/drawing/2014/main" id="{15382C05-0BF3-DB9F-E03B-0442211F01E5}"/>
              </a:ext>
            </a:extLst>
          </p:cNvPr>
          <p:cNvSpPr txBox="1"/>
          <p:nvPr/>
        </p:nvSpPr>
        <p:spPr>
          <a:xfrm>
            <a:off x="3970634" y="2311838"/>
            <a:ext cx="7021620" cy="369332"/>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Tree>
    <p:extLst>
      <p:ext uri="{BB962C8B-B14F-4D97-AF65-F5344CB8AC3E}">
        <p14:creationId xmlns:p14="http://schemas.microsoft.com/office/powerpoint/2010/main" val="469108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8925E43-227B-D3A3-9DCD-32521310228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98EABD7-F8AC-87EE-4C07-08A010D620BE}"/>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3" name="矩形: 剪去单角 2">
            <a:hlinkClick r:id="rId2" action="ppaction://hlinksldjump"/>
            <a:extLst>
              <a:ext uri="{FF2B5EF4-FFF2-40B4-BE49-F238E27FC236}">
                <a16:creationId xmlns:a16="http://schemas.microsoft.com/office/drawing/2014/main" id="{78DD07B2-6A42-FEBA-CF4A-4E6B3F2DCC72}"/>
              </a:ext>
            </a:extLst>
          </p:cNvPr>
          <p:cNvSpPr/>
          <p:nvPr/>
        </p:nvSpPr>
        <p:spPr>
          <a:xfrm>
            <a:off x="1934687" y="3216980"/>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确定</a:t>
            </a:r>
          </a:p>
        </p:txBody>
      </p:sp>
      <p:sp>
        <p:nvSpPr>
          <p:cNvPr id="4" name="矩形: 剪去单角 3">
            <a:extLst>
              <a:ext uri="{FF2B5EF4-FFF2-40B4-BE49-F238E27FC236}">
                <a16:creationId xmlns:a16="http://schemas.microsoft.com/office/drawing/2014/main" id="{DF660063-374A-2CD5-E1B0-B4B096B301FB}"/>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1A7B962E-8D35-2D26-794E-F830E4386DEF}"/>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3" action="ppaction://hlinksldjump"/>
            <a:extLst>
              <a:ext uri="{FF2B5EF4-FFF2-40B4-BE49-F238E27FC236}">
                <a16:creationId xmlns:a16="http://schemas.microsoft.com/office/drawing/2014/main" id="{1C2C51D9-47D1-FCF3-B4AB-D0F8EC7653DA}"/>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A08261C5-CF75-BC46-CA29-767F2D00C724}"/>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9030C01D-B3FE-DDE5-6AED-8AF61704B20F}"/>
              </a:ext>
            </a:extLst>
          </p:cNvPr>
          <p:cNvCxnSpPr>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F65D46A9-E808-1D0B-4C0E-F5623B903BEB}"/>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B04B179E-A790-E2A6-4D79-90C4584629E5}"/>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
        <p:nvSpPr>
          <p:cNvPr id="11" name="矩形: 剪去单角 10">
            <a:extLst>
              <a:ext uri="{FF2B5EF4-FFF2-40B4-BE49-F238E27FC236}">
                <a16:creationId xmlns:a16="http://schemas.microsoft.com/office/drawing/2014/main" id="{BDC32790-E98B-2537-42A3-5FB6CA9178AB}"/>
              </a:ext>
            </a:extLst>
          </p:cNvPr>
          <p:cNvSpPr/>
          <p:nvPr/>
        </p:nvSpPr>
        <p:spPr>
          <a:xfrm>
            <a:off x="3785258" y="1761154"/>
            <a:ext cx="7508176" cy="2703968"/>
          </a:xfrm>
          <a:prstGeom prst="snip1Rect">
            <a:avLst>
              <a:gd name="adj" fmla="val 0"/>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文本框 11">
            <a:extLst>
              <a:ext uri="{FF2B5EF4-FFF2-40B4-BE49-F238E27FC236}">
                <a16:creationId xmlns:a16="http://schemas.microsoft.com/office/drawing/2014/main" id="{05E214DF-F79D-F285-75B9-4FE5FA349298}"/>
              </a:ext>
            </a:extLst>
          </p:cNvPr>
          <p:cNvSpPr txBox="1"/>
          <p:nvPr/>
        </p:nvSpPr>
        <p:spPr>
          <a:xfrm>
            <a:off x="3812970" y="1751659"/>
            <a:ext cx="1374567" cy="369332"/>
          </a:xfrm>
          <a:prstGeom prst="rect">
            <a:avLst/>
          </a:prstGeom>
          <a:noFill/>
        </p:spPr>
        <p:txBody>
          <a:bodyPr wrap="square" rtlCol="0">
            <a:spAutoFit/>
          </a:bodyPr>
          <a:lstStyle/>
          <a:p>
            <a:r>
              <a:rPr lang="en-US" altLang="zh-CN">
                <a:solidFill>
                  <a:schemeClr val="bg1"/>
                </a:solidFill>
              </a:rPr>
              <a:t>USB Device</a:t>
            </a:r>
            <a:endParaRPr lang="zh-CN" altLang="en-US">
              <a:solidFill>
                <a:schemeClr val="bg1"/>
              </a:solidFill>
            </a:endParaRPr>
          </a:p>
        </p:txBody>
      </p:sp>
      <p:sp>
        <p:nvSpPr>
          <p:cNvPr id="13" name="文本框 12">
            <a:hlinkClick r:id="rId4" action="ppaction://hlinksldjump"/>
            <a:extLst>
              <a:ext uri="{FF2B5EF4-FFF2-40B4-BE49-F238E27FC236}">
                <a16:creationId xmlns:a16="http://schemas.microsoft.com/office/drawing/2014/main" id="{D6A9968C-2D25-B675-73F0-768ED51F9E51}"/>
              </a:ext>
            </a:extLst>
          </p:cNvPr>
          <p:cNvSpPr txBox="1"/>
          <p:nvPr/>
        </p:nvSpPr>
        <p:spPr>
          <a:xfrm>
            <a:off x="3970634" y="2311838"/>
            <a:ext cx="7021620" cy="369332"/>
          </a:xfrm>
          <a:prstGeom prst="rect">
            <a:avLst/>
          </a:prstGeom>
          <a:solidFill>
            <a:srgbClr val="7030A0"/>
          </a:solid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Tree>
    <p:extLst>
      <p:ext uri="{BB962C8B-B14F-4D97-AF65-F5344CB8AC3E}">
        <p14:creationId xmlns:p14="http://schemas.microsoft.com/office/powerpoint/2010/main" val="42296129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A704A1A-883E-F717-8580-C1114BA575C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ED93C15-B846-CC09-594A-054BB04A4776}"/>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4" name="矩形: 剪去单角 3">
            <a:extLst>
              <a:ext uri="{FF2B5EF4-FFF2-40B4-BE49-F238E27FC236}">
                <a16:creationId xmlns:a16="http://schemas.microsoft.com/office/drawing/2014/main" id="{8FD77517-2B90-2809-66FD-65CD4F9E72A8}"/>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D8B29F2E-994F-DF8B-8087-05E4632BB2C5}"/>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2" action="ppaction://hlinksldjump"/>
            <a:extLst>
              <a:ext uri="{FF2B5EF4-FFF2-40B4-BE49-F238E27FC236}">
                <a16:creationId xmlns:a16="http://schemas.microsoft.com/office/drawing/2014/main" id="{62C34455-4647-C577-8322-E9B847125895}"/>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56E41291-4D7D-7EFB-3751-3C40417C46DF}"/>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4B0811BA-DC2C-8EF0-3804-EA9359531EDF}"/>
              </a:ext>
            </a:extLst>
          </p:cNvPr>
          <p:cNvCxnSpPr>
            <a:cxnSpLocks/>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27657827-9AD8-EE0C-005F-596BD81D3F7F}"/>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998A1D19-A237-52AF-293A-95080FD82C7A}"/>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
        <p:nvSpPr>
          <p:cNvPr id="14" name="文本框 13">
            <a:extLst>
              <a:ext uri="{FF2B5EF4-FFF2-40B4-BE49-F238E27FC236}">
                <a16:creationId xmlns:a16="http://schemas.microsoft.com/office/drawing/2014/main" id="{E21E5E7C-5205-1066-3037-5D77C418FEFD}"/>
              </a:ext>
            </a:extLst>
          </p:cNvPr>
          <p:cNvSpPr txBox="1"/>
          <p:nvPr/>
        </p:nvSpPr>
        <p:spPr>
          <a:xfrm>
            <a:off x="3864759" y="1783275"/>
            <a:ext cx="5652982" cy="373557"/>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
        <p:nvSpPr>
          <p:cNvPr id="3" name="矩形: 剪去单角 2">
            <a:hlinkClick r:id="rId3" action="ppaction://hlinksldjump"/>
            <a:extLst>
              <a:ext uri="{FF2B5EF4-FFF2-40B4-BE49-F238E27FC236}">
                <a16:creationId xmlns:a16="http://schemas.microsoft.com/office/drawing/2014/main" id="{A5B429D0-EE7C-2072-40AF-FC0A1B62DAE1}"/>
              </a:ext>
            </a:extLst>
          </p:cNvPr>
          <p:cNvSpPr/>
          <p:nvPr/>
        </p:nvSpPr>
        <p:spPr>
          <a:xfrm>
            <a:off x="5904342" y="3188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开始刷入</a:t>
            </a:r>
          </a:p>
        </p:txBody>
      </p:sp>
    </p:spTree>
    <p:extLst>
      <p:ext uri="{BB962C8B-B14F-4D97-AF65-F5344CB8AC3E}">
        <p14:creationId xmlns:p14="http://schemas.microsoft.com/office/powerpoint/2010/main" val="33756889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405D95-29D5-7D25-A2BD-F3ABF89CDF4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B05434B-E26F-7D67-DFB8-3019E07183A3}"/>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4" name="矩形: 剪去单角 3">
            <a:extLst>
              <a:ext uri="{FF2B5EF4-FFF2-40B4-BE49-F238E27FC236}">
                <a16:creationId xmlns:a16="http://schemas.microsoft.com/office/drawing/2014/main" id="{10E84DCC-9355-E416-F740-9D273C97AAAA}"/>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7CFC31CA-B03A-3BC9-FAA1-E287452E5E82}"/>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extLst>
              <a:ext uri="{FF2B5EF4-FFF2-40B4-BE49-F238E27FC236}">
                <a16:creationId xmlns:a16="http://schemas.microsoft.com/office/drawing/2014/main" id="{7BBFDB95-6236-1A50-A2F7-D7FD7D173FC8}"/>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5BC4F7FB-7989-2A7B-EE20-DC834B45F77A}"/>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A84EE57D-1ECC-AED2-139E-D136A15FEAD1}"/>
              </a:ext>
            </a:extLst>
          </p:cNvPr>
          <p:cNvCxnSpPr>
            <a:cxnSpLocks/>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9E0747F7-72C3-6A4F-54F5-0C44C023D28A}"/>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1E2C6B3D-C003-AEF7-99E2-F25961D6DAFE}"/>
              </a:ext>
            </a:extLst>
          </p:cNvPr>
          <p:cNvSpPr/>
          <p:nvPr/>
        </p:nvSpPr>
        <p:spPr>
          <a:xfrm>
            <a:off x="1934687" y="4690753"/>
            <a:ext cx="9513126" cy="382238"/>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0%</a:t>
            </a:r>
            <a:endParaRPr lang="zh-CN" altLang="en-US" sz="2000"/>
          </a:p>
        </p:txBody>
      </p:sp>
      <p:sp>
        <p:nvSpPr>
          <p:cNvPr id="14" name="文本框 13">
            <a:extLst>
              <a:ext uri="{FF2B5EF4-FFF2-40B4-BE49-F238E27FC236}">
                <a16:creationId xmlns:a16="http://schemas.microsoft.com/office/drawing/2014/main" id="{81949335-46B3-9CBC-4D43-372C2E028AC1}"/>
              </a:ext>
            </a:extLst>
          </p:cNvPr>
          <p:cNvSpPr txBox="1"/>
          <p:nvPr/>
        </p:nvSpPr>
        <p:spPr>
          <a:xfrm>
            <a:off x="3864759" y="1783275"/>
            <a:ext cx="5652982" cy="373557"/>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
        <p:nvSpPr>
          <p:cNvPr id="3" name="矩形: 剪去单角 2">
            <a:extLst>
              <a:ext uri="{FF2B5EF4-FFF2-40B4-BE49-F238E27FC236}">
                <a16:creationId xmlns:a16="http://schemas.microsoft.com/office/drawing/2014/main" id="{1C0B3516-09AA-352B-88FA-9B63CF219FAD}"/>
              </a:ext>
            </a:extLst>
          </p:cNvPr>
          <p:cNvSpPr/>
          <p:nvPr/>
        </p:nvSpPr>
        <p:spPr>
          <a:xfrm>
            <a:off x="5904342" y="3188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正在刷入</a:t>
            </a:r>
          </a:p>
        </p:txBody>
      </p:sp>
    </p:spTree>
    <p:extLst>
      <p:ext uri="{BB962C8B-B14F-4D97-AF65-F5344CB8AC3E}">
        <p14:creationId xmlns:p14="http://schemas.microsoft.com/office/powerpoint/2010/main" val="3101873481"/>
      </p:ext>
    </p:extLst>
  </p:cSld>
  <p:clrMapOvr>
    <a:masterClrMapping/>
  </p:clrMapOvr>
  <mc:AlternateContent xmlns:mc="http://schemas.openxmlformats.org/markup-compatibility/2006" xmlns:p14="http://schemas.microsoft.com/office/powerpoint/2010/main">
    <mc:Choice Requires="p14">
      <p:transition spd="slow" p14:dur="2000" advClick="0" advTm="7000"/>
    </mc:Choice>
    <mc:Fallback xmlns="">
      <p:transition spd="slow" advClick="0" advTm="7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9B65BF9-09B1-C7F7-FE42-338A00C6A3D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1441FCA-4D7A-8FDA-C104-3A03F1ED75A0}"/>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4" name="矩形: 剪去单角 3">
            <a:extLst>
              <a:ext uri="{FF2B5EF4-FFF2-40B4-BE49-F238E27FC236}">
                <a16:creationId xmlns:a16="http://schemas.microsoft.com/office/drawing/2014/main" id="{5240F617-8710-6BFB-E397-3E5D93B833F5}"/>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054F300B-FB19-2FFC-5DE9-E2913064FAF9}"/>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extLst>
              <a:ext uri="{FF2B5EF4-FFF2-40B4-BE49-F238E27FC236}">
                <a16:creationId xmlns:a16="http://schemas.microsoft.com/office/drawing/2014/main" id="{B5BBAF98-E9D9-9F93-A951-3BE899E664BA}"/>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CCB93250-72B1-09D5-A31E-2125BF7CA554}"/>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041F1A70-516F-FC60-63EE-43AF97F4476C}"/>
              </a:ext>
            </a:extLst>
          </p:cNvPr>
          <p:cNvCxnSpPr>
            <a:cxnSpLocks/>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FB382AA6-5725-2CAE-23EA-46EE5803B534}"/>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C85F9997-605E-4942-B65C-1366D9B6C747}"/>
              </a:ext>
            </a:extLst>
          </p:cNvPr>
          <p:cNvSpPr/>
          <p:nvPr/>
        </p:nvSpPr>
        <p:spPr>
          <a:xfrm>
            <a:off x="1934687" y="4690753"/>
            <a:ext cx="9513126" cy="382238"/>
          </a:xfrm>
          <a:prstGeom prst="snip1Rect">
            <a:avLst>
              <a:gd name="adj" fmla="val 33854"/>
            </a:avLst>
          </a:prstGeom>
          <a:gradFill flip="none" rotWithShape="1">
            <a:gsLst>
              <a:gs pos="58000">
                <a:srgbClr val="404040"/>
              </a:gs>
              <a:gs pos="0">
                <a:srgbClr val="00B050"/>
              </a:gs>
              <a:gs pos="100000">
                <a:srgbClr val="40404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50%</a:t>
            </a:r>
            <a:endParaRPr lang="zh-CN" altLang="en-US" sz="2000"/>
          </a:p>
        </p:txBody>
      </p:sp>
      <p:sp>
        <p:nvSpPr>
          <p:cNvPr id="14" name="文本框 13">
            <a:extLst>
              <a:ext uri="{FF2B5EF4-FFF2-40B4-BE49-F238E27FC236}">
                <a16:creationId xmlns:a16="http://schemas.microsoft.com/office/drawing/2014/main" id="{9B59DDB1-367D-42F6-C172-254F0D2AA37C}"/>
              </a:ext>
            </a:extLst>
          </p:cNvPr>
          <p:cNvSpPr txBox="1"/>
          <p:nvPr/>
        </p:nvSpPr>
        <p:spPr>
          <a:xfrm>
            <a:off x="3864759" y="1783275"/>
            <a:ext cx="5652982" cy="373557"/>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
        <p:nvSpPr>
          <p:cNvPr id="3" name="矩形: 剪去单角 2">
            <a:extLst>
              <a:ext uri="{FF2B5EF4-FFF2-40B4-BE49-F238E27FC236}">
                <a16:creationId xmlns:a16="http://schemas.microsoft.com/office/drawing/2014/main" id="{713B2D3A-CEA7-814E-68E1-92E189308BF5}"/>
              </a:ext>
            </a:extLst>
          </p:cNvPr>
          <p:cNvSpPr/>
          <p:nvPr/>
        </p:nvSpPr>
        <p:spPr>
          <a:xfrm>
            <a:off x="5904342" y="3188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正在刷入</a:t>
            </a:r>
          </a:p>
        </p:txBody>
      </p:sp>
    </p:spTree>
    <p:extLst>
      <p:ext uri="{BB962C8B-B14F-4D97-AF65-F5344CB8AC3E}">
        <p14:creationId xmlns:p14="http://schemas.microsoft.com/office/powerpoint/2010/main" val="2670288002"/>
      </p:ext>
    </p:extLst>
  </p:cSld>
  <p:clrMapOvr>
    <a:masterClrMapping/>
  </p:clrMapOvr>
  <mc:AlternateContent xmlns:mc="http://schemas.openxmlformats.org/markup-compatibility/2006" xmlns:p14="http://schemas.microsoft.com/office/powerpoint/2010/main">
    <mc:Choice Requires="p14">
      <p:transition spd="slow" p14:dur="2000" advClick="0" advTm="12000"/>
    </mc:Choice>
    <mc:Fallback xmlns="">
      <p:transition spd="slow" advClick="0" advTm="1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DDC4AE6-07A0-BA4E-9414-BEFC7D46B56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921DAAE-2981-2D4B-4D7F-4C41612C145B}"/>
              </a:ext>
            </a:extLst>
          </p:cNvPr>
          <p:cNvSpPr txBox="1"/>
          <p:nvPr/>
        </p:nvSpPr>
        <p:spPr>
          <a:xfrm>
            <a:off x="146463" y="93783"/>
            <a:ext cx="1789216" cy="1384995"/>
          </a:xfrm>
          <a:prstGeom prst="rect">
            <a:avLst/>
          </a:prstGeom>
          <a:noFill/>
        </p:spPr>
        <p:txBody>
          <a:bodyPr wrap="square" rtlCol="0">
            <a:spAutoFit/>
          </a:bodyPr>
          <a:lstStyle/>
          <a:p>
            <a:r>
              <a:rPr lang="en-US" altLang="zh-CN" sz="3600" b="1">
                <a:solidFill>
                  <a:srgbClr val="7030A0"/>
                </a:solidFill>
              </a:rPr>
              <a:t>WEIUI</a:t>
            </a:r>
            <a:endParaRPr lang="en-US" altLang="zh-CN" sz="2400" b="1">
              <a:solidFill>
                <a:schemeClr val="bg1"/>
              </a:solidFill>
            </a:endParaRPr>
          </a:p>
          <a:p>
            <a:r>
              <a:rPr lang="en-US" altLang="zh-CN" sz="2400">
                <a:solidFill>
                  <a:schemeClr val="bg1"/>
                </a:solidFill>
              </a:rPr>
              <a:t>RECOVERY</a:t>
            </a:r>
          </a:p>
          <a:p>
            <a:r>
              <a:rPr lang="en-US" altLang="zh-CN" sz="2400">
                <a:solidFill>
                  <a:schemeClr val="bg1"/>
                </a:solidFill>
              </a:rPr>
              <a:t>1.0.0</a:t>
            </a:r>
            <a:endParaRPr lang="zh-CN" altLang="en-US" sz="2400">
              <a:solidFill>
                <a:schemeClr val="bg1"/>
              </a:solidFill>
            </a:endParaRPr>
          </a:p>
        </p:txBody>
      </p:sp>
      <p:sp>
        <p:nvSpPr>
          <p:cNvPr id="4" name="矩形: 剪去单角 3">
            <a:extLst>
              <a:ext uri="{FF2B5EF4-FFF2-40B4-BE49-F238E27FC236}">
                <a16:creationId xmlns:a16="http://schemas.microsoft.com/office/drawing/2014/main" id="{BE82BE2D-5C19-4088-63DF-80A57EE258FD}"/>
              </a:ext>
            </a:extLst>
          </p:cNvPr>
          <p:cNvSpPr/>
          <p:nvPr/>
        </p:nvSpPr>
        <p:spPr>
          <a:xfrm>
            <a:off x="359723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备份系统</a:t>
            </a:r>
          </a:p>
        </p:txBody>
      </p:sp>
      <p:sp>
        <p:nvSpPr>
          <p:cNvPr id="5" name="矩形: 剪去单角 4">
            <a:extLst>
              <a:ext uri="{FF2B5EF4-FFF2-40B4-BE49-F238E27FC236}">
                <a16:creationId xmlns:a16="http://schemas.microsoft.com/office/drawing/2014/main" id="{5A31CF6A-C16D-6FED-154A-22FAADAC148F}"/>
              </a:ext>
            </a:extLst>
          </p:cNvPr>
          <p:cNvSpPr/>
          <p:nvPr/>
        </p:nvSpPr>
        <p:spPr>
          <a:xfrm>
            <a:off x="6932223"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还原系统</a:t>
            </a:r>
          </a:p>
        </p:txBody>
      </p:sp>
      <p:sp>
        <p:nvSpPr>
          <p:cNvPr id="6" name="矩形: 剪去单角 5">
            <a:hlinkClick r:id="rId2" action="ppaction://hlinksldjump"/>
            <a:extLst>
              <a:ext uri="{FF2B5EF4-FFF2-40B4-BE49-F238E27FC236}">
                <a16:creationId xmlns:a16="http://schemas.microsoft.com/office/drawing/2014/main" id="{BA21CFF2-AF01-76C2-E380-A7ED74FBCB65}"/>
              </a:ext>
            </a:extLst>
          </p:cNvPr>
          <p:cNvSpPr/>
          <p:nvPr/>
        </p:nvSpPr>
        <p:spPr>
          <a:xfrm>
            <a:off x="10246425" y="406269"/>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重启</a:t>
            </a:r>
          </a:p>
        </p:txBody>
      </p:sp>
      <p:sp>
        <p:nvSpPr>
          <p:cNvPr id="7" name="矩形: 圆角 6">
            <a:extLst>
              <a:ext uri="{FF2B5EF4-FFF2-40B4-BE49-F238E27FC236}">
                <a16:creationId xmlns:a16="http://schemas.microsoft.com/office/drawing/2014/main" id="{51CB63C1-5D94-227F-8EE8-91CF8CBBEEF9}"/>
              </a:ext>
            </a:extLst>
          </p:cNvPr>
          <p:cNvSpPr/>
          <p:nvPr/>
        </p:nvSpPr>
        <p:spPr>
          <a:xfrm>
            <a:off x="5925787" y="2120991"/>
            <a:ext cx="2952000" cy="2952000"/>
          </a:xfrm>
          <a:prstGeom prst="roundRect">
            <a:avLst/>
          </a:prstGeom>
          <a:solidFill>
            <a:srgbClr val="7030A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7C7EF588-3C5D-C77B-6FC8-6E05612E34FD}"/>
              </a:ext>
            </a:extLst>
          </p:cNvPr>
          <p:cNvCxnSpPr>
            <a:cxnSpLocks/>
            <a:stCxn id="7" idx="1"/>
            <a:endCxn id="7" idx="3"/>
          </p:cNvCxnSpPr>
          <p:nvPr/>
        </p:nvCxnSpPr>
        <p:spPr>
          <a:xfrm>
            <a:off x="5925787" y="3596991"/>
            <a:ext cx="29520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4F17190D-CB8C-B36D-1E04-E778BBCFB072}"/>
              </a:ext>
            </a:extLst>
          </p:cNvPr>
          <p:cNvCxnSpPr>
            <a:cxnSpLocks/>
            <a:stCxn id="7" idx="0"/>
            <a:endCxn id="7" idx="2"/>
          </p:cNvCxnSpPr>
          <p:nvPr/>
        </p:nvCxnSpPr>
        <p:spPr>
          <a:xfrm>
            <a:off x="7401787" y="2120991"/>
            <a:ext cx="0" cy="2952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矩形: 剪去单角 7">
            <a:extLst>
              <a:ext uri="{FF2B5EF4-FFF2-40B4-BE49-F238E27FC236}">
                <a16:creationId xmlns:a16="http://schemas.microsoft.com/office/drawing/2014/main" id="{D0944139-0D49-B522-4347-FA5AB1AED7B2}"/>
              </a:ext>
            </a:extLst>
          </p:cNvPr>
          <p:cNvSpPr/>
          <p:nvPr/>
        </p:nvSpPr>
        <p:spPr>
          <a:xfrm>
            <a:off x="1934687" y="4690753"/>
            <a:ext cx="9513126" cy="382238"/>
          </a:xfrm>
          <a:prstGeom prst="snip1Rect">
            <a:avLst>
              <a:gd name="adj" fmla="val 33854"/>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100%</a:t>
            </a:r>
            <a:endParaRPr lang="zh-CN" altLang="en-US" sz="2000"/>
          </a:p>
        </p:txBody>
      </p:sp>
      <p:sp>
        <p:nvSpPr>
          <p:cNvPr id="14" name="文本框 13">
            <a:extLst>
              <a:ext uri="{FF2B5EF4-FFF2-40B4-BE49-F238E27FC236}">
                <a16:creationId xmlns:a16="http://schemas.microsoft.com/office/drawing/2014/main" id="{EC2DFF88-D36A-42AD-1160-48751479724B}"/>
              </a:ext>
            </a:extLst>
          </p:cNvPr>
          <p:cNvSpPr txBox="1"/>
          <p:nvPr/>
        </p:nvSpPr>
        <p:spPr>
          <a:xfrm>
            <a:off x="3864759" y="1783275"/>
            <a:ext cx="5652982" cy="373557"/>
          </a:xfrm>
          <a:prstGeom prst="rect">
            <a:avLst/>
          </a:prstGeom>
          <a:noFill/>
        </p:spPr>
        <p:txBody>
          <a:bodyPr wrap="square" rtlCol="0">
            <a:spAutoFit/>
          </a:bodyPr>
          <a:lstStyle/>
          <a:p>
            <a:r>
              <a:rPr lang="en-US" altLang="zh-CN">
                <a:solidFill>
                  <a:schemeClr val="bg1"/>
                </a:solidFill>
              </a:rPr>
              <a:t>WeiUI_mido-4.1.0-20251201-26H1-OFFICIAL.img.zip</a:t>
            </a:r>
            <a:endParaRPr lang="zh-CN" altLang="en-US">
              <a:solidFill>
                <a:schemeClr val="bg1"/>
              </a:solidFill>
            </a:endParaRPr>
          </a:p>
        </p:txBody>
      </p:sp>
      <p:sp>
        <p:nvSpPr>
          <p:cNvPr id="3" name="矩形: 剪去单角 2">
            <a:extLst>
              <a:ext uri="{FF2B5EF4-FFF2-40B4-BE49-F238E27FC236}">
                <a16:creationId xmlns:a16="http://schemas.microsoft.com/office/drawing/2014/main" id="{7B7961E8-AEF8-E04D-478D-294D600ACCD9}"/>
              </a:ext>
            </a:extLst>
          </p:cNvPr>
          <p:cNvSpPr/>
          <p:nvPr/>
        </p:nvSpPr>
        <p:spPr>
          <a:xfrm>
            <a:off x="5904342" y="3188828"/>
            <a:ext cx="1662546" cy="760021"/>
          </a:xfrm>
          <a:prstGeom prst="snip1Rect">
            <a:avLst>
              <a:gd name="adj" fmla="val 33854"/>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刷入成功</a:t>
            </a:r>
          </a:p>
        </p:txBody>
      </p:sp>
    </p:spTree>
    <p:extLst>
      <p:ext uri="{BB962C8B-B14F-4D97-AF65-F5344CB8AC3E}">
        <p14:creationId xmlns:p14="http://schemas.microsoft.com/office/powerpoint/2010/main" val="39453651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E0F2D77-80CB-626C-C9FC-2AF069686CD4}"/>
            </a:ext>
          </a:extLst>
        </p:cNvPr>
        <p:cNvGrpSpPr/>
        <p:nvPr/>
      </p:nvGrpSpPr>
      <p:grpSpPr>
        <a:xfrm>
          <a:off x="0" y="0"/>
          <a:ext cx="0" cy="0"/>
          <a:chOff x="0" y="0"/>
          <a:chExt cx="0" cy="0"/>
        </a:xfrm>
      </p:grpSpPr>
    </p:spTree>
    <p:extLst>
      <p:ext uri="{BB962C8B-B14F-4D97-AF65-F5344CB8AC3E}">
        <p14:creationId xmlns:p14="http://schemas.microsoft.com/office/powerpoint/2010/main" val="3807583755"/>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0D8F90C-B293-CC78-F401-EBEB183E26C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2E92F00-E0CC-0D4C-FA67-F685FCE41861}"/>
              </a:ext>
            </a:extLst>
          </p:cNvPr>
          <p:cNvSpPr txBox="1"/>
          <p:nvPr/>
        </p:nvSpPr>
        <p:spPr>
          <a:xfrm>
            <a:off x="4623459" y="3244334"/>
            <a:ext cx="2945081" cy="369332"/>
          </a:xfrm>
          <a:prstGeom prst="rect">
            <a:avLst/>
          </a:prstGeom>
          <a:noFill/>
        </p:spPr>
        <p:txBody>
          <a:bodyPr wrap="square" rtlCol="0">
            <a:spAutoFit/>
          </a:bodyPr>
          <a:lstStyle/>
          <a:p>
            <a:r>
              <a:rPr lang="en-US" altLang="zh-CN" err="1">
                <a:solidFill>
                  <a:schemeClr val="bg1"/>
                </a:solidFill>
              </a:rPr>
              <a:t>WeiYin</a:t>
            </a:r>
            <a:r>
              <a:rPr lang="en-US" altLang="zh-CN">
                <a:solidFill>
                  <a:schemeClr val="bg1"/>
                </a:solidFill>
              </a:rPr>
              <a:t> Visual Machine 2025</a:t>
            </a:r>
            <a:endParaRPr lang="zh-CN" altLang="en-US">
              <a:solidFill>
                <a:schemeClr val="bg1"/>
              </a:solidFill>
            </a:endParaRPr>
          </a:p>
        </p:txBody>
      </p:sp>
    </p:spTree>
    <p:extLst>
      <p:ext uri="{BB962C8B-B14F-4D97-AF65-F5344CB8AC3E}">
        <p14:creationId xmlns:p14="http://schemas.microsoft.com/office/powerpoint/2010/main" val="911981974"/>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5C541E4-2051-34CF-86F9-50024F262990}"/>
            </a:ext>
          </a:extLst>
        </p:cNvPr>
        <p:cNvGrpSpPr/>
        <p:nvPr/>
      </p:nvGrpSpPr>
      <p:grpSpPr>
        <a:xfrm>
          <a:off x="0" y="0"/>
          <a:ext cx="0" cy="0"/>
          <a:chOff x="0" y="0"/>
          <a:chExt cx="0" cy="0"/>
        </a:xfrm>
      </p:grpSpPr>
    </p:spTree>
    <p:extLst>
      <p:ext uri="{BB962C8B-B14F-4D97-AF65-F5344CB8AC3E}">
        <p14:creationId xmlns:p14="http://schemas.microsoft.com/office/powerpoint/2010/main" val="3004010945"/>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79F8FD1-8823-304F-5CDB-AE35EA3348FB}"/>
            </a:ext>
          </a:extLst>
        </p:cNvPr>
        <p:cNvGrpSpPr/>
        <p:nvPr/>
      </p:nvGrpSpPr>
      <p:grpSpPr>
        <a:xfrm>
          <a:off x="0" y="0"/>
          <a:ext cx="0" cy="0"/>
          <a:chOff x="0" y="0"/>
          <a:chExt cx="0" cy="0"/>
        </a:xfrm>
      </p:grpSpPr>
      <p:sp>
        <p:nvSpPr>
          <p:cNvPr id="2" name="矩形: 单圆角 1">
            <a:extLst>
              <a:ext uri="{FF2B5EF4-FFF2-40B4-BE49-F238E27FC236}">
                <a16:creationId xmlns:a16="http://schemas.microsoft.com/office/drawing/2014/main" id="{BCF40C3A-2D16-9312-0F84-A4F6708ADBEB}"/>
              </a:ext>
            </a:extLst>
          </p:cNvPr>
          <p:cNvSpPr/>
          <p:nvPr/>
        </p:nvSpPr>
        <p:spPr>
          <a:xfrm flipH="1">
            <a:off x="5160000" y="2493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单圆角 2">
            <a:extLst>
              <a:ext uri="{FF2B5EF4-FFF2-40B4-BE49-F238E27FC236}">
                <a16:creationId xmlns:a16="http://schemas.microsoft.com/office/drawing/2014/main" id="{56D3A358-CD84-D07A-1F9A-92AB926DA4A8}"/>
              </a:ext>
            </a:extLst>
          </p:cNvPr>
          <p:cNvSpPr/>
          <p:nvPr/>
        </p:nvSpPr>
        <p:spPr>
          <a:xfrm>
            <a:off x="6146822" y="2493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单圆角 3">
            <a:extLst>
              <a:ext uri="{FF2B5EF4-FFF2-40B4-BE49-F238E27FC236}">
                <a16:creationId xmlns:a16="http://schemas.microsoft.com/office/drawing/2014/main" id="{1482B54A-1B74-7091-45C4-A4FA86AE14C4}"/>
              </a:ext>
            </a:extLst>
          </p:cNvPr>
          <p:cNvSpPr/>
          <p:nvPr/>
        </p:nvSpPr>
        <p:spPr>
          <a:xfrm flipH="1" flipV="1">
            <a:off x="5160000" y="3473244"/>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单圆角 4">
            <a:extLst>
              <a:ext uri="{FF2B5EF4-FFF2-40B4-BE49-F238E27FC236}">
                <a16:creationId xmlns:a16="http://schemas.microsoft.com/office/drawing/2014/main" id="{DC545331-1E87-52D6-AC2A-CB8276C3BA0F}"/>
              </a:ext>
            </a:extLst>
          </p:cNvPr>
          <p:cNvSpPr/>
          <p:nvPr/>
        </p:nvSpPr>
        <p:spPr>
          <a:xfrm flipV="1">
            <a:off x="6146822" y="3473244"/>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301820687"/>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3365373-1C0D-EA1B-B71F-E5B3FA11F0D4}"/>
            </a:ext>
          </a:extLst>
        </p:cNvPr>
        <p:cNvGrpSpPr/>
        <p:nvPr/>
      </p:nvGrpSpPr>
      <p:grpSpPr>
        <a:xfrm>
          <a:off x="0" y="0"/>
          <a:ext cx="0" cy="0"/>
          <a:chOff x="0" y="0"/>
          <a:chExt cx="0" cy="0"/>
        </a:xfrm>
      </p:grpSpPr>
      <p:sp>
        <p:nvSpPr>
          <p:cNvPr id="2" name="矩形: 单圆角 1">
            <a:extLst>
              <a:ext uri="{FF2B5EF4-FFF2-40B4-BE49-F238E27FC236}">
                <a16:creationId xmlns:a16="http://schemas.microsoft.com/office/drawing/2014/main" id="{0DC424F6-3085-8A5F-0A09-538358A6ECC4}"/>
              </a:ext>
            </a:extLst>
          </p:cNvPr>
          <p:cNvSpPr/>
          <p:nvPr/>
        </p:nvSpPr>
        <p:spPr>
          <a:xfrm flipH="1">
            <a:off x="5160000" y="2493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单圆角 2">
            <a:extLst>
              <a:ext uri="{FF2B5EF4-FFF2-40B4-BE49-F238E27FC236}">
                <a16:creationId xmlns:a16="http://schemas.microsoft.com/office/drawing/2014/main" id="{FA2BB1B4-1652-2D39-F035-320B3AED5710}"/>
              </a:ext>
            </a:extLst>
          </p:cNvPr>
          <p:cNvSpPr/>
          <p:nvPr/>
        </p:nvSpPr>
        <p:spPr>
          <a:xfrm>
            <a:off x="6146822" y="2493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单圆角 3">
            <a:extLst>
              <a:ext uri="{FF2B5EF4-FFF2-40B4-BE49-F238E27FC236}">
                <a16:creationId xmlns:a16="http://schemas.microsoft.com/office/drawing/2014/main" id="{13D98BA5-9C52-7309-D1BA-45EE1C561692}"/>
              </a:ext>
            </a:extLst>
          </p:cNvPr>
          <p:cNvSpPr/>
          <p:nvPr/>
        </p:nvSpPr>
        <p:spPr>
          <a:xfrm flipH="1" flipV="1">
            <a:off x="5160000" y="3473244"/>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单圆角 4">
            <a:extLst>
              <a:ext uri="{FF2B5EF4-FFF2-40B4-BE49-F238E27FC236}">
                <a16:creationId xmlns:a16="http://schemas.microsoft.com/office/drawing/2014/main" id="{879AC1D6-BDEE-1914-17BE-E5C1EA654CBE}"/>
              </a:ext>
            </a:extLst>
          </p:cNvPr>
          <p:cNvSpPr/>
          <p:nvPr/>
        </p:nvSpPr>
        <p:spPr>
          <a:xfrm flipV="1">
            <a:off x="6146822" y="3473244"/>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207165423"/>
      </p:ext>
    </p:extLst>
  </p:cSld>
  <p:clrMapOvr>
    <a:masterClrMapping/>
  </p:clrMapOvr>
  <mc:AlternateContent xmlns:mc="http://schemas.openxmlformats.org/markup-compatibility/2006" xmlns:p14="http://schemas.microsoft.com/office/powerpoint/2010/main">
    <mc:Choice Requires="p14">
      <p:transition spd="slow" p14:dur="2000" advClick="0" advTm="4000"/>
    </mc:Choice>
    <mc:Fallback xmlns="">
      <p:transition spd="slow" advClick="0" advTm="4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499B829-FB60-0EEC-1CF9-9E8358A74681}"/>
            </a:ext>
          </a:extLst>
        </p:cNvPr>
        <p:cNvGrpSpPr/>
        <p:nvPr/>
      </p:nvGrpSpPr>
      <p:grpSpPr>
        <a:xfrm>
          <a:off x="0" y="0"/>
          <a:ext cx="0" cy="0"/>
          <a:chOff x="0" y="0"/>
          <a:chExt cx="0" cy="0"/>
        </a:xfrm>
      </p:grpSpPr>
    </p:spTree>
    <p:extLst>
      <p:ext uri="{BB962C8B-B14F-4D97-AF65-F5344CB8AC3E}">
        <p14:creationId xmlns:p14="http://schemas.microsoft.com/office/powerpoint/2010/main" val="3243010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DDF00-A384-72A7-76E4-11AA6266B32C}"/>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F2BDB4D4-B955-5D35-A263-5C8B76C6E830}"/>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hlinkClick r:id="rId3" action="ppaction://hlinksldjump"/>
            <a:extLst>
              <a:ext uri="{FF2B5EF4-FFF2-40B4-BE49-F238E27FC236}">
                <a16:creationId xmlns:a16="http://schemas.microsoft.com/office/drawing/2014/main" id="{D866AADC-E54E-36F9-6CC1-D6A0BF2C0BF1}"/>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开始设置</a:t>
            </a:r>
          </a:p>
        </p:txBody>
      </p:sp>
      <p:sp>
        <p:nvSpPr>
          <p:cNvPr id="4" name="文本框 3">
            <a:extLst>
              <a:ext uri="{FF2B5EF4-FFF2-40B4-BE49-F238E27FC236}">
                <a16:creationId xmlns:a16="http://schemas.microsoft.com/office/drawing/2014/main" id="{79E83D36-8FF0-0BEA-25CF-914F934A1955}"/>
              </a:ext>
            </a:extLst>
          </p:cNvPr>
          <p:cNvSpPr txBox="1"/>
          <p:nvPr/>
        </p:nvSpPr>
        <p:spPr>
          <a:xfrm>
            <a:off x="2206290" y="2610673"/>
            <a:ext cx="5077325" cy="1754326"/>
          </a:xfrm>
          <a:prstGeom prst="rect">
            <a:avLst/>
          </a:prstGeom>
          <a:noFill/>
        </p:spPr>
        <p:txBody>
          <a:bodyPr wrap="square" rtlCol="0">
            <a:spAutoFit/>
          </a:bodyPr>
          <a:lstStyle/>
          <a:p>
            <a:r>
              <a:rPr lang="zh-CN" altLang="en-US" sz="5400" dirty="0">
                <a:solidFill>
                  <a:schemeClr val="bg1"/>
                </a:solidFill>
                <a:latin typeface="黑体" panose="02010609060101010101" pitchFamily="49" charset="-122"/>
                <a:ea typeface="黑体" panose="02010609060101010101" pitchFamily="49" charset="-122"/>
              </a:rPr>
              <a:t>欢迎使用</a:t>
            </a:r>
            <a:endParaRPr lang="en-US" altLang="zh-CN" sz="5400" dirty="0">
              <a:solidFill>
                <a:schemeClr val="bg1"/>
              </a:solidFill>
              <a:latin typeface="黑体" panose="02010609060101010101" pitchFamily="49" charset="-122"/>
              <a:ea typeface="黑体" panose="02010609060101010101" pitchFamily="49" charset="-122"/>
            </a:endParaRPr>
          </a:p>
          <a:p>
            <a:r>
              <a:rPr lang="en-US" altLang="zh-CN" sz="5400" dirty="0" err="1">
                <a:solidFill>
                  <a:schemeClr val="bg1"/>
                </a:solidFill>
                <a:latin typeface="Google Sans Medium" panose="020B0603030502040204" pitchFamily="34" charset="0"/>
              </a:rPr>
              <a:t>WeiUI</a:t>
            </a:r>
            <a:endParaRPr lang="zh-CN" altLang="en-US" sz="5400" dirty="0">
              <a:solidFill>
                <a:schemeClr val="bg1"/>
              </a:solidFill>
              <a:latin typeface="Google Sans Medium" panose="020B0603030502040204" pitchFamily="34" charset="0"/>
            </a:endParaRPr>
          </a:p>
        </p:txBody>
      </p:sp>
      <p:sp>
        <p:nvSpPr>
          <p:cNvPr id="5" name="矩形: 单圆角 4">
            <a:extLst>
              <a:ext uri="{FF2B5EF4-FFF2-40B4-BE49-F238E27FC236}">
                <a16:creationId xmlns:a16="http://schemas.microsoft.com/office/drawing/2014/main" id="{A3DA99B2-C927-0CDD-7820-36CA1404D617}"/>
              </a:ext>
            </a:extLst>
          </p:cNvPr>
          <p:cNvSpPr/>
          <p:nvPr/>
        </p:nvSpPr>
        <p:spPr>
          <a:xfrm flipH="1">
            <a:off x="7737305" y="2448755"/>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单圆角 5">
            <a:extLst>
              <a:ext uri="{FF2B5EF4-FFF2-40B4-BE49-F238E27FC236}">
                <a16:creationId xmlns:a16="http://schemas.microsoft.com/office/drawing/2014/main" id="{92CB2A0A-AE4A-6F86-9A6E-AAED5659F78C}"/>
              </a:ext>
            </a:extLst>
          </p:cNvPr>
          <p:cNvSpPr/>
          <p:nvPr/>
        </p:nvSpPr>
        <p:spPr>
          <a:xfrm>
            <a:off x="8724127" y="2448755"/>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单圆角 6">
            <a:extLst>
              <a:ext uri="{FF2B5EF4-FFF2-40B4-BE49-F238E27FC236}">
                <a16:creationId xmlns:a16="http://schemas.microsoft.com/office/drawing/2014/main" id="{6582E091-285F-54B0-843E-3A4A701D4FA8}"/>
              </a:ext>
            </a:extLst>
          </p:cNvPr>
          <p:cNvSpPr/>
          <p:nvPr/>
        </p:nvSpPr>
        <p:spPr>
          <a:xfrm flipH="1" flipV="1">
            <a:off x="7737305" y="3428999"/>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单圆角 7">
            <a:extLst>
              <a:ext uri="{FF2B5EF4-FFF2-40B4-BE49-F238E27FC236}">
                <a16:creationId xmlns:a16="http://schemas.microsoft.com/office/drawing/2014/main" id="{75A2AFE7-72D2-AD56-6C0E-66BB86E41C9B}"/>
              </a:ext>
            </a:extLst>
          </p:cNvPr>
          <p:cNvSpPr/>
          <p:nvPr/>
        </p:nvSpPr>
        <p:spPr>
          <a:xfrm flipV="1">
            <a:off x="8724127" y="3428999"/>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98346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1A43F-2BF0-55F4-59BB-67B1DBF2BD61}"/>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8E66FB9A-05CA-4F9F-063D-B8B454C6EA95}"/>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6C26E7E1-880F-139E-1C98-73646CC28606}"/>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恢复</a:t>
            </a:r>
          </a:p>
        </p:txBody>
      </p:sp>
      <p:sp>
        <p:nvSpPr>
          <p:cNvPr id="4" name="文本框 3">
            <a:extLst>
              <a:ext uri="{FF2B5EF4-FFF2-40B4-BE49-F238E27FC236}">
                <a16:creationId xmlns:a16="http://schemas.microsoft.com/office/drawing/2014/main" id="{48246CB2-8E4E-E09D-9235-673B61E03DE6}"/>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恢复应用和数据</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BC74010F-D58D-9D2C-A889-02074075FEFE}"/>
              </a:ext>
            </a:extLst>
          </p:cNvPr>
          <p:cNvSpPr txBox="1"/>
          <p:nvPr/>
        </p:nvSpPr>
        <p:spPr>
          <a:xfrm>
            <a:off x="1688933" y="2322095"/>
            <a:ext cx="5354052" cy="707886"/>
          </a:xfrm>
          <a:prstGeom prst="rect">
            <a:avLst/>
          </a:prstGeom>
          <a:noFill/>
        </p:spPr>
        <p:txBody>
          <a:bodyPr wrap="square" rtlCol="0">
            <a:spAutoFit/>
          </a:bodyPr>
          <a:lstStyle/>
          <a:p>
            <a:r>
              <a:rPr lang="zh-CN" altLang="en-US" sz="2000" dirty="0">
                <a:solidFill>
                  <a:schemeClr val="bg1"/>
                </a:solidFill>
                <a:latin typeface="黑体" panose="02010609060101010101" pitchFamily="49" charset="-122"/>
                <a:ea typeface="黑体" panose="02010609060101010101" pitchFamily="49" charset="-122"/>
              </a:rPr>
              <a:t>如果你有来自</a:t>
            </a:r>
            <a:r>
              <a:rPr lang="en-US" altLang="zh-CN" sz="2000" dirty="0" err="1">
                <a:solidFill>
                  <a:schemeClr val="bg1"/>
                </a:solidFill>
                <a:latin typeface="Google Sans Medium" panose="020B0603030502040204" pitchFamily="34" charset="0"/>
                <a:ea typeface="黑体" panose="02010609060101010101" pitchFamily="49" charset="-122"/>
              </a:rPr>
              <a:t>LineageOS</a:t>
            </a:r>
            <a:r>
              <a:rPr lang="zh-CN" altLang="en-US" sz="2000" dirty="0">
                <a:solidFill>
                  <a:schemeClr val="bg1"/>
                </a:solidFill>
                <a:latin typeface="黑体" panose="02010609060101010101" pitchFamily="49" charset="-122"/>
                <a:ea typeface="黑体" panose="02010609060101010101" pitchFamily="49" charset="-122"/>
              </a:rPr>
              <a:t>或其他系统的备份，你可以在这里恢复它</a:t>
            </a:r>
          </a:p>
        </p:txBody>
      </p:sp>
      <p:sp>
        <p:nvSpPr>
          <p:cNvPr id="10" name="矩形: 圆角 9">
            <a:hlinkClick r:id="rId3" action="ppaction://hlinksldjump"/>
            <a:extLst>
              <a:ext uri="{FF2B5EF4-FFF2-40B4-BE49-F238E27FC236}">
                <a16:creationId xmlns:a16="http://schemas.microsoft.com/office/drawing/2014/main" id="{9CDF4DD0-03F4-9754-61A1-AA10D95EF2A3}"/>
              </a:ext>
            </a:extLst>
          </p:cNvPr>
          <p:cNvSpPr/>
          <p:nvPr/>
        </p:nvSpPr>
        <p:spPr>
          <a:xfrm>
            <a:off x="1483894" y="5043336"/>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954ECA"/>
                </a:solidFill>
                <a:latin typeface="黑体" panose="02010609060101010101" pitchFamily="49" charset="-122"/>
                <a:ea typeface="黑体" panose="02010609060101010101" pitchFamily="49" charset="-122"/>
              </a:rPr>
              <a:t>跳过</a:t>
            </a:r>
          </a:p>
        </p:txBody>
      </p:sp>
      <p:sp>
        <p:nvSpPr>
          <p:cNvPr id="11" name="等腰三角形 10">
            <a:extLst>
              <a:ext uri="{FF2B5EF4-FFF2-40B4-BE49-F238E27FC236}">
                <a16:creationId xmlns:a16="http://schemas.microsoft.com/office/drawing/2014/main" id="{BD688096-76A3-6AB7-7A56-BA459E9BF025}"/>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41572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1E182-1271-66CF-6527-6FA52CF8C979}"/>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1F89A543-4DCD-36CA-AABA-C143DA87F85F}"/>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hlinkClick r:id="rId3" action="ppaction://hlinksldjump"/>
            <a:extLst>
              <a:ext uri="{FF2B5EF4-FFF2-40B4-BE49-F238E27FC236}">
                <a16:creationId xmlns:a16="http://schemas.microsoft.com/office/drawing/2014/main" id="{9BBA5197-76E5-8AAD-7A26-CAD186BD0080}"/>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下一步</a:t>
            </a:r>
          </a:p>
        </p:txBody>
      </p:sp>
      <p:sp>
        <p:nvSpPr>
          <p:cNvPr id="4" name="文本框 3">
            <a:extLst>
              <a:ext uri="{FF2B5EF4-FFF2-40B4-BE49-F238E27FC236}">
                <a16:creationId xmlns:a16="http://schemas.microsoft.com/office/drawing/2014/main" id="{8E4B012D-579E-C243-BA56-0786DBDDC089}"/>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位置服务</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45599C06-8AD1-EC73-B424-82E8EA471519}"/>
              </a:ext>
            </a:extLst>
          </p:cNvPr>
          <p:cNvSpPr txBox="1"/>
          <p:nvPr/>
        </p:nvSpPr>
        <p:spPr>
          <a:xfrm>
            <a:off x="2184197" y="2334287"/>
            <a:ext cx="5175163" cy="707886"/>
          </a:xfrm>
          <a:prstGeom prst="rect">
            <a:avLst/>
          </a:prstGeom>
          <a:noFill/>
        </p:spPr>
        <p:txBody>
          <a:bodyPr wrap="square" rtlCol="0">
            <a:spAutoFit/>
          </a:bodyPr>
          <a:lstStyle/>
          <a:p>
            <a:r>
              <a:rPr lang="zh-CN" altLang="en-US" sz="2000" dirty="0">
                <a:solidFill>
                  <a:schemeClr val="bg1"/>
                </a:solidFill>
                <a:latin typeface="黑体" panose="02010609060101010101" pitchFamily="49" charset="-122"/>
                <a:ea typeface="黑体" panose="02010609060101010101" pitchFamily="49" charset="-122"/>
              </a:rPr>
              <a:t>允许得到您授权的应用使用您的位置信息，可能包括您当前的位置和过去的位置。</a:t>
            </a:r>
          </a:p>
        </p:txBody>
      </p:sp>
      <p:sp>
        <p:nvSpPr>
          <p:cNvPr id="11" name="等腰三角形 10">
            <a:extLst>
              <a:ext uri="{FF2B5EF4-FFF2-40B4-BE49-F238E27FC236}">
                <a16:creationId xmlns:a16="http://schemas.microsoft.com/office/drawing/2014/main" id="{570A86FA-7E2C-F1EB-850B-7BCBE202031F}"/>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29B7B78C-B41A-B05C-9AE2-70C129E6FCF2}"/>
              </a:ext>
            </a:extLst>
          </p:cNvPr>
          <p:cNvSpPr>
            <a:spLocks noChangeAspect="1"/>
          </p:cNvSpPr>
          <p:nvPr/>
        </p:nvSpPr>
        <p:spPr>
          <a:xfrm>
            <a:off x="1896197" y="2584954"/>
            <a:ext cx="288000" cy="288000"/>
          </a:xfrm>
          <a:prstGeom prst="roundRect">
            <a:avLst>
              <a:gd name="adj" fmla="val 29014"/>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a:t>
            </a:r>
          </a:p>
        </p:txBody>
      </p:sp>
    </p:spTree>
    <p:extLst>
      <p:ext uri="{BB962C8B-B14F-4D97-AF65-F5344CB8AC3E}">
        <p14:creationId xmlns:p14="http://schemas.microsoft.com/office/powerpoint/2010/main" val="388758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4BEA7-3E3D-8302-6782-7B8D551D2D5F}"/>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9D3EF233-A1E9-2767-00EC-3BB306A03639}"/>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E404D38C-9C3B-E007-E33B-270C5B52C29A}"/>
              </a:ext>
            </a:extLst>
          </p:cNvPr>
          <p:cNvSpPr/>
          <p:nvPr/>
        </p:nvSpPr>
        <p:spPr>
          <a:xfrm>
            <a:off x="8915400" y="5065295"/>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lumMod val="50000"/>
                  </a:schemeClr>
                </a:solidFill>
                <a:latin typeface="黑体" panose="02010609060101010101" pitchFamily="49" charset="-122"/>
                <a:ea typeface="黑体" panose="02010609060101010101" pitchFamily="49" charset="-122"/>
              </a:rPr>
              <a:t>下一步</a:t>
            </a:r>
          </a:p>
        </p:txBody>
      </p:sp>
      <p:sp>
        <p:nvSpPr>
          <p:cNvPr id="4" name="文本框 3">
            <a:extLst>
              <a:ext uri="{FF2B5EF4-FFF2-40B4-BE49-F238E27FC236}">
                <a16:creationId xmlns:a16="http://schemas.microsoft.com/office/drawing/2014/main" id="{BA6FD214-917D-C29E-D6F6-170D93852E16}"/>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设置</a:t>
            </a:r>
            <a:r>
              <a:rPr lang="en-US" altLang="zh-CN" sz="4400" dirty="0">
                <a:solidFill>
                  <a:schemeClr val="bg1"/>
                </a:solidFill>
                <a:latin typeface="Google Sans Medium" panose="020B0603030502040204" pitchFamily="34" charset="0"/>
                <a:ea typeface="黑体" panose="02010609060101010101" pitchFamily="49" charset="-122"/>
              </a:rPr>
              <a:t>PIN</a:t>
            </a:r>
            <a:r>
              <a:rPr lang="zh-CN" altLang="en-US" sz="4400" dirty="0">
                <a:solidFill>
                  <a:schemeClr val="bg1"/>
                </a:solidFill>
                <a:latin typeface="黑体" panose="02010609060101010101" pitchFamily="49" charset="-122"/>
                <a:ea typeface="黑体" panose="02010609060101010101" pitchFamily="49" charset="-122"/>
              </a:rPr>
              <a:t>码</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92E1E098-83A5-4C0A-DBE3-C115AD37F71D}"/>
              </a:ext>
            </a:extLst>
          </p:cNvPr>
          <p:cNvSpPr txBox="1"/>
          <p:nvPr/>
        </p:nvSpPr>
        <p:spPr>
          <a:xfrm>
            <a:off x="1852862" y="2245106"/>
            <a:ext cx="5175163" cy="707886"/>
          </a:xfrm>
          <a:prstGeom prst="rect">
            <a:avLst/>
          </a:prstGeom>
          <a:noFill/>
        </p:spPr>
        <p:txBody>
          <a:bodyPr wrap="square" rtlCol="0">
            <a:spAutoFit/>
          </a:bodyPr>
          <a:lstStyle/>
          <a:p>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码必须至少为</a:t>
            </a:r>
            <a:r>
              <a:rPr lang="en-US" altLang="zh-CN" sz="2000" dirty="0">
                <a:solidFill>
                  <a:schemeClr val="bg1"/>
                </a:solidFill>
                <a:latin typeface="黑体" panose="02010609060101010101" pitchFamily="49" charset="-122"/>
                <a:ea typeface="黑体" panose="02010609060101010101" pitchFamily="49" charset="-122"/>
              </a:rPr>
              <a:t>4</a:t>
            </a:r>
            <a:r>
              <a:rPr lang="zh-CN" altLang="en-US" sz="2000" dirty="0">
                <a:solidFill>
                  <a:schemeClr val="bg1"/>
                </a:solidFill>
                <a:latin typeface="黑体" panose="02010609060101010101" pitchFamily="49" charset="-122"/>
                <a:ea typeface="黑体" panose="02010609060101010101" pitchFamily="49" charset="-122"/>
              </a:rPr>
              <a:t>位数，不过为了提高安全性，建议使用</a:t>
            </a:r>
            <a:r>
              <a:rPr lang="en-US" altLang="zh-CN" sz="2000" dirty="0">
                <a:solidFill>
                  <a:schemeClr val="bg1"/>
                </a:solidFill>
                <a:latin typeface="Google Sans Medium" panose="020B0603030502040204" pitchFamily="34" charset="0"/>
                <a:ea typeface="黑体" panose="02010609060101010101" pitchFamily="49" charset="-122"/>
              </a:rPr>
              <a:t>6</a:t>
            </a:r>
            <a:r>
              <a:rPr lang="zh-CN" altLang="en-US" sz="2000" dirty="0">
                <a:solidFill>
                  <a:schemeClr val="bg1"/>
                </a:solidFill>
                <a:latin typeface="黑体" panose="02010609060101010101" pitchFamily="49" charset="-122"/>
                <a:ea typeface="黑体" panose="02010609060101010101" pitchFamily="49" charset="-122"/>
              </a:rPr>
              <a:t>位数的</a:t>
            </a:r>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a:t>
            </a:r>
          </a:p>
        </p:txBody>
      </p:sp>
      <p:sp>
        <p:nvSpPr>
          <p:cNvPr id="11" name="等腰三角形 10">
            <a:extLst>
              <a:ext uri="{FF2B5EF4-FFF2-40B4-BE49-F238E27FC236}">
                <a16:creationId xmlns:a16="http://schemas.microsoft.com/office/drawing/2014/main" id="{451D110D-1670-4C90-D46A-B8BB8145B17F}"/>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CC3C335A-B63E-2D4F-9078-A629E123A0AC}"/>
              </a:ext>
            </a:extLst>
          </p:cNvPr>
          <p:cNvSpPr txBox="1"/>
          <p:nvPr/>
        </p:nvSpPr>
        <p:spPr>
          <a:xfrm>
            <a:off x="1852862" y="3028889"/>
            <a:ext cx="1766172" cy="400110"/>
          </a:xfrm>
          <a:prstGeom prst="rect">
            <a:avLst/>
          </a:prstGeom>
          <a:noFill/>
        </p:spPr>
        <p:txBody>
          <a:bodyPr wrap="square" rtlCol="0">
            <a:spAutoFit/>
          </a:bodyPr>
          <a:lstStyle/>
          <a:p>
            <a:r>
              <a:rPr lang="zh-CN" altLang="en-US" sz="2000" dirty="0">
                <a:solidFill>
                  <a:srgbClr val="7030A0"/>
                </a:solidFill>
                <a:latin typeface="Google Sans Medium" panose="020B0603030502040204" pitchFamily="34" charset="0"/>
                <a:ea typeface="黑体" panose="02010609060101010101" pitchFamily="49" charset="-122"/>
              </a:rPr>
              <a:t>屏幕解锁方式</a:t>
            </a:r>
            <a:endParaRPr lang="zh-CN" altLang="en-US" sz="2000" dirty="0">
              <a:solidFill>
                <a:srgbClr val="7030A0"/>
              </a:solidFill>
              <a:latin typeface="黑体" panose="02010609060101010101" pitchFamily="49" charset="-122"/>
              <a:ea typeface="黑体" panose="02010609060101010101" pitchFamily="49" charset="-122"/>
            </a:endParaRPr>
          </a:p>
        </p:txBody>
      </p:sp>
      <p:graphicFrame>
        <p:nvGraphicFramePr>
          <p:cNvPr id="12" name="表格 11">
            <a:extLst>
              <a:ext uri="{FF2B5EF4-FFF2-40B4-BE49-F238E27FC236}">
                <a16:creationId xmlns:a16="http://schemas.microsoft.com/office/drawing/2014/main" id="{DF75150A-0501-370E-F0C6-6239B75E1F4F}"/>
              </a:ext>
            </a:extLst>
          </p:cNvPr>
          <p:cNvGraphicFramePr>
            <a:graphicFrameLocks noGrp="1"/>
          </p:cNvGraphicFramePr>
          <p:nvPr>
            <p:extLst>
              <p:ext uri="{D42A27DB-BD31-4B8C-83A1-F6EECF244321}">
                <p14:modId xmlns:p14="http://schemas.microsoft.com/office/powerpoint/2010/main" val="3136860655"/>
              </p:ext>
            </p:extLst>
          </p:nvPr>
        </p:nvGraphicFramePr>
        <p:xfrm>
          <a:off x="1852862" y="3686771"/>
          <a:ext cx="5293895" cy="548345"/>
        </p:xfrm>
        <a:graphic>
          <a:graphicData uri="http://schemas.openxmlformats.org/drawingml/2006/table">
            <a:tbl>
              <a:tblPr/>
              <a:tblGrid>
                <a:gridCol w="5293895">
                  <a:extLst>
                    <a:ext uri="{9D8B030D-6E8A-4147-A177-3AD203B41FA5}">
                      <a16:colId xmlns:a16="http://schemas.microsoft.com/office/drawing/2014/main" val="2017743449"/>
                    </a:ext>
                  </a:extLst>
                </a:gridCol>
              </a:tblGrid>
              <a:tr h="548345">
                <a:tc>
                  <a:txBody>
                    <a:bodyPr/>
                    <a:lstStyle/>
                    <a:p>
                      <a:endParaRPr lang="zh-CN" altLang="en-US" dirty="0"/>
                    </a:p>
                  </a:txBody>
                  <a:tcPr>
                    <a:lnL w="38100" cmpd="sng">
                      <a:noFill/>
                      <a:prstDash val="solid"/>
                    </a:lnL>
                    <a:lnR w="38100" cmpd="sng">
                      <a:noFill/>
                      <a:prstDash val="solid"/>
                    </a:lnR>
                    <a:lnT w="38100" cmpd="sng">
                      <a:noFill/>
                      <a:prstDash val="solid"/>
                    </a:lnT>
                    <a:lnB w="381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solidFill>
                      <a:srgbClr val="626262"/>
                    </a:solidFill>
                  </a:tcPr>
                </a:tc>
                <a:extLst>
                  <a:ext uri="{0D108BD9-81ED-4DB2-BD59-A6C34878D82A}">
                    <a16:rowId xmlns:a16="http://schemas.microsoft.com/office/drawing/2014/main" val="1314788613"/>
                  </a:ext>
                </a:extLst>
              </a:tr>
            </a:tbl>
          </a:graphicData>
        </a:graphic>
      </p:graphicFrame>
      <p:sp>
        <p:nvSpPr>
          <p:cNvPr id="13" name="矩形: 圆角 12">
            <a:hlinkClick r:id="rId3" action="ppaction://hlinksldjump"/>
            <a:extLst>
              <a:ext uri="{FF2B5EF4-FFF2-40B4-BE49-F238E27FC236}">
                <a16:creationId xmlns:a16="http://schemas.microsoft.com/office/drawing/2014/main" id="{38C15680-688F-5126-D717-409FDA4D00A1}"/>
              </a:ext>
            </a:extLst>
          </p:cNvPr>
          <p:cNvSpPr/>
          <p:nvPr/>
        </p:nvSpPr>
        <p:spPr>
          <a:xfrm>
            <a:off x="1483894" y="5065294"/>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7030A0"/>
                </a:solidFill>
                <a:latin typeface="黑体" panose="02010609060101010101" pitchFamily="49" charset="-122"/>
                <a:ea typeface="黑体" panose="02010609060101010101" pitchFamily="49" charset="-122"/>
              </a:rPr>
              <a:t>跳过</a:t>
            </a:r>
          </a:p>
        </p:txBody>
      </p:sp>
    </p:spTree>
    <p:extLst>
      <p:ext uri="{BB962C8B-B14F-4D97-AF65-F5344CB8AC3E}">
        <p14:creationId xmlns:p14="http://schemas.microsoft.com/office/powerpoint/2010/main" val="1348091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E0C7-B8BF-DD54-1C7F-41615F00D407}"/>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5C0F3507-0636-90A3-3448-B04D4A34305A}"/>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0F01A00E-51F1-36CA-A4FE-FF0995A61472}"/>
              </a:ext>
            </a:extLst>
          </p:cNvPr>
          <p:cNvSpPr/>
          <p:nvPr/>
        </p:nvSpPr>
        <p:spPr>
          <a:xfrm>
            <a:off x="8915400" y="5065295"/>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lumMod val="50000"/>
                  </a:schemeClr>
                </a:solidFill>
                <a:latin typeface="黑体" panose="02010609060101010101" pitchFamily="49" charset="-122"/>
                <a:ea typeface="黑体" panose="02010609060101010101" pitchFamily="49" charset="-122"/>
              </a:rPr>
              <a:t>下一步</a:t>
            </a:r>
          </a:p>
        </p:txBody>
      </p:sp>
      <p:sp>
        <p:nvSpPr>
          <p:cNvPr id="4" name="文本框 3">
            <a:extLst>
              <a:ext uri="{FF2B5EF4-FFF2-40B4-BE49-F238E27FC236}">
                <a16:creationId xmlns:a16="http://schemas.microsoft.com/office/drawing/2014/main" id="{FB0CF5CF-9A21-F7C4-4F41-1CAA81CCE4AC}"/>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设置</a:t>
            </a:r>
            <a:r>
              <a:rPr lang="en-US" altLang="zh-CN" sz="4400" dirty="0">
                <a:solidFill>
                  <a:schemeClr val="bg1"/>
                </a:solidFill>
                <a:latin typeface="Google Sans Medium" panose="020B0603030502040204" pitchFamily="34" charset="0"/>
                <a:ea typeface="黑体" panose="02010609060101010101" pitchFamily="49" charset="-122"/>
              </a:rPr>
              <a:t>PIN</a:t>
            </a:r>
            <a:r>
              <a:rPr lang="zh-CN" altLang="en-US" sz="4400" dirty="0">
                <a:solidFill>
                  <a:schemeClr val="bg1"/>
                </a:solidFill>
                <a:latin typeface="黑体" panose="02010609060101010101" pitchFamily="49" charset="-122"/>
                <a:ea typeface="黑体" panose="02010609060101010101" pitchFamily="49" charset="-122"/>
              </a:rPr>
              <a:t>码</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EBE7B7F5-6A5A-AC44-6547-12C6B53E5753}"/>
              </a:ext>
            </a:extLst>
          </p:cNvPr>
          <p:cNvSpPr txBox="1"/>
          <p:nvPr/>
        </p:nvSpPr>
        <p:spPr>
          <a:xfrm>
            <a:off x="1852862" y="2245106"/>
            <a:ext cx="5175163" cy="707886"/>
          </a:xfrm>
          <a:prstGeom prst="rect">
            <a:avLst/>
          </a:prstGeom>
          <a:noFill/>
        </p:spPr>
        <p:txBody>
          <a:bodyPr wrap="square" rtlCol="0">
            <a:spAutoFit/>
          </a:bodyPr>
          <a:lstStyle/>
          <a:p>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码必须至少为</a:t>
            </a:r>
            <a:r>
              <a:rPr lang="en-US" altLang="zh-CN" sz="2000" dirty="0">
                <a:solidFill>
                  <a:schemeClr val="bg1"/>
                </a:solidFill>
                <a:latin typeface="黑体" panose="02010609060101010101" pitchFamily="49" charset="-122"/>
                <a:ea typeface="黑体" panose="02010609060101010101" pitchFamily="49" charset="-122"/>
              </a:rPr>
              <a:t>4</a:t>
            </a:r>
            <a:r>
              <a:rPr lang="zh-CN" altLang="en-US" sz="2000" dirty="0">
                <a:solidFill>
                  <a:schemeClr val="bg1"/>
                </a:solidFill>
                <a:latin typeface="黑体" panose="02010609060101010101" pitchFamily="49" charset="-122"/>
                <a:ea typeface="黑体" panose="02010609060101010101" pitchFamily="49" charset="-122"/>
              </a:rPr>
              <a:t>位数，不过为了提高安全性，建议使用</a:t>
            </a:r>
            <a:r>
              <a:rPr lang="en-US" altLang="zh-CN" sz="2000" dirty="0">
                <a:solidFill>
                  <a:schemeClr val="bg1"/>
                </a:solidFill>
                <a:latin typeface="Google Sans Medium" panose="020B0603030502040204" pitchFamily="34" charset="0"/>
                <a:ea typeface="黑体" panose="02010609060101010101" pitchFamily="49" charset="-122"/>
              </a:rPr>
              <a:t>6</a:t>
            </a:r>
            <a:r>
              <a:rPr lang="zh-CN" altLang="en-US" sz="2000" dirty="0">
                <a:solidFill>
                  <a:schemeClr val="bg1"/>
                </a:solidFill>
                <a:latin typeface="黑体" panose="02010609060101010101" pitchFamily="49" charset="-122"/>
                <a:ea typeface="黑体" panose="02010609060101010101" pitchFamily="49" charset="-122"/>
              </a:rPr>
              <a:t>位数的</a:t>
            </a:r>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a:t>
            </a:r>
          </a:p>
        </p:txBody>
      </p:sp>
      <p:sp>
        <p:nvSpPr>
          <p:cNvPr id="11" name="等腰三角形 10">
            <a:extLst>
              <a:ext uri="{FF2B5EF4-FFF2-40B4-BE49-F238E27FC236}">
                <a16:creationId xmlns:a16="http://schemas.microsoft.com/office/drawing/2014/main" id="{D65C730C-07C0-349A-B314-974E76F21BAE}"/>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9E7CE714-D2AE-73CA-7199-557656665766}"/>
              </a:ext>
            </a:extLst>
          </p:cNvPr>
          <p:cNvSpPr txBox="1"/>
          <p:nvPr/>
        </p:nvSpPr>
        <p:spPr>
          <a:xfrm>
            <a:off x="1852862" y="3028889"/>
            <a:ext cx="1766172" cy="400110"/>
          </a:xfrm>
          <a:prstGeom prst="rect">
            <a:avLst/>
          </a:prstGeom>
          <a:noFill/>
        </p:spPr>
        <p:txBody>
          <a:bodyPr wrap="square" rtlCol="0">
            <a:spAutoFit/>
          </a:bodyPr>
          <a:lstStyle/>
          <a:p>
            <a:r>
              <a:rPr lang="zh-CN" altLang="en-US" sz="2000" dirty="0">
                <a:solidFill>
                  <a:srgbClr val="7030A0"/>
                </a:solidFill>
                <a:latin typeface="Google Sans Medium" panose="020B0603030502040204" pitchFamily="34" charset="0"/>
                <a:ea typeface="黑体" panose="02010609060101010101" pitchFamily="49" charset="-122"/>
              </a:rPr>
              <a:t>屏幕解锁方式</a:t>
            </a:r>
            <a:endParaRPr lang="zh-CN" altLang="en-US" sz="2000" dirty="0">
              <a:solidFill>
                <a:srgbClr val="7030A0"/>
              </a:solidFill>
              <a:latin typeface="黑体" panose="02010609060101010101" pitchFamily="49" charset="-122"/>
              <a:ea typeface="黑体" panose="02010609060101010101" pitchFamily="49" charset="-122"/>
            </a:endParaRPr>
          </a:p>
        </p:txBody>
      </p:sp>
      <p:graphicFrame>
        <p:nvGraphicFramePr>
          <p:cNvPr id="12" name="表格 11">
            <a:extLst>
              <a:ext uri="{FF2B5EF4-FFF2-40B4-BE49-F238E27FC236}">
                <a16:creationId xmlns:a16="http://schemas.microsoft.com/office/drawing/2014/main" id="{C7EEDA96-CA95-CC92-1DE6-DA83E424437A}"/>
              </a:ext>
            </a:extLst>
          </p:cNvPr>
          <p:cNvGraphicFramePr>
            <a:graphicFrameLocks noGrp="1"/>
          </p:cNvGraphicFramePr>
          <p:nvPr/>
        </p:nvGraphicFramePr>
        <p:xfrm>
          <a:off x="1852862" y="3686771"/>
          <a:ext cx="5293895" cy="548345"/>
        </p:xfrm>
        <a:graphic>
          <a:graphicData uri="http://schemas.openxmlformats.org/drawingml/2006/table">
            <a:tbl>
              <a:tblPr/>
              <a:tblGrid>
                <a:gridCol w="5293895">
                  <a:extLst>
                    <a:ext uri="{9D8B030D-6E8A-4147-A177-3AD203B41FA5}">
                      <a16:colId xmlns:a16="http://schemas.microsoft.com/office/drawing/2014/main" val="2017743449"/>
                    </a:ext>
                  </a:extLst>
                </a:gridCol>
              </a:tblGrid>
              <a:tr h="548345">
                <a:tc>
                  <a:txBody>
                    <a:bodyPr/>
                    <a:lstStyle/>
                    <a:p>
                      <a:endParaRPr lang="zh-CN" altLang="en-US" dirty="0"/>
                    </a:p>
                  </a:txBody>
                  <a:tcPr>
                    <a:lnL w="38100" cmpd="sng">
                      <a:noFill/>
                      <a:prstDash val="solid"/>
                    </a:lnL>
                    <a:lnR w="38100" cmpd="sng">
                      <a:noFill/>
                      <a:prstDash val="solid"/>
                    </a:lnR>
                    <a:lnT w="38100" cmpd="sng">
                      <a:noFill/>
                      <a:prstDash val="solid"/>
                    </a:lnT>
                    <a:lnB w="381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solidFill>
                      <a:srgbClr val="626262"/>
                    </a:solidFill>
                  </a:tcPr>
                </a:tc>
                <a:extLst>
                  <a:ext uri="{0D108BD9-81ED-4DB2-BD59-A6C34878D82A}">
                    <a16:rowId xmlns:a16="http://schemas.microsoft.com/office/drawing/2014/main" val="1314788613"/>
                  </a:ext>
                </a:extLst>
              </a:tr>
            </a:tbl>
          </a:graphicData>
        </a:graphic>
      </p:graphicFrame>
      <p:sp>
        <p:nvSpPr>
          <p:cNvPr id="13" name="矩形: 圆角 12">
            <a:extLst>
              <a:ext uri="{FF2B5EF4-FFF2-40B4-BE49-F238E27FC236}">
                <a16:creationId xmlns:a16="http://schemas.microsoft.com/office/drawing/2014/main" id="{1D6DAACC-23D4-6E1D-7417-123790EA7540}"/>
              </a:ext>
            </a:extLst>
          </p:cNvPr>
          <p:cNvSpPr/>
          <p:nvPr/>
        </p:nvSpPr>
        <p:spPr>
          <a:xfrm>
            <a:off x="1483894" y="5065294"/>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7030A0"/>
                </a:solidFill>
                <a:latin typeface="黑体" panose="02010609060101010101" pitchFamily="49" charset="-122"/>
                <a:ea typeface="黑体" panose="02010609060101010101" pitchFamily="49" charset="-122"/>
              </a:rPr>
              <a:t>跳过</a:t>
            </a:r>
          </a:p>
        </p:txBody>
      </p:sp>
      <p:sp>
        <p:nvSpPr>
          <p:cNvPr id="6" name="矩形 5">
            <a:extLst>
              <a:ext uri="{FF2B5EF4-FFF2-40B4-BE49-F238E27FC236}">
                <a16:creationId xmlns:a16="http://schemas.microsoft.com/office/drawing/2014/main" id="{76ADA29E-7CD2-A0A6-4AA9-0413AB941772}"/>
              </a:ext>
            </a:extLst>
          </p:cNvPr>
          <p:cNvSpPr/>
          <p:nvPr/>
        </p:nvSpPr>
        <p:spPr>
          <a:xfrm>
            <a:off x="0" y="0"/>
            <a:ext cx="12192000" cy="6858000"/>
          </a:xfrm>
          <a:prstGeom prst="rect">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A8CE497D-DCE0-FBEA-7090-EEB9C95463F2}"/>
              </a:ext>
            </a:extLst>
          </p:cNvPr>
          <p:cNvSpPr/>
          <p:nvPr/>
        </p:nvSpPr>
        <p:spPr>
          <a:xfrm>
            <a:off x="2908401" y="2038578"/>
            <a:ext cx="5998210" cy="2780842"/>
          </a:xfrm>
          <a:prstGeom prst="roundRect">
            <a:avLst>
              <a:gd name="adj" fmla="val 17734"/>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4608A93-A06C-205D-FC5E-BFB052278AE6}"/>
              </a:ext>
            </a:extLst>
          </p:cNvPr>
          <p:cNvSpPr txBox="1"/>
          <p:nvPr/>
        </p:nvSpPr>
        <p:spPr>
          <a:xfrm>
            <a:off x="3198857" y="2313417"/>
            <a:ext cx="3829168" cy="523220"/>
          </a:xfrm>
          <a:prstGeom prst="rect">
            <a:avLst/>
          </a:prstGeom>
          <a:noFill/>
        </p:spPr>
        <p:txBody>
          <a:bodyPr wrap="square" rtlCol="0">
            <a:spAutoFit/>
          </a:bodyPr>
          <a:lstStyle/>
          <a:p>
            <a:r>
              <a:rPr lang="zh-CN" altLang="en-US" sz="2800" dirty="0">
                <a:solidFill>
                  <a:schemeClr val="bg1"/>
                </a:solidFill>
                <a:latin typeface="黑体" panose="02010609060101010101" pitchFamily="49" charset="-122"/>
                <a:ea typeface="黑体" panose="02010609060101010101" pitchFamily="49" charset="-122"/>
              </a:rPr>
              <a:t>跳过设置</a:t>
            </a:r>
            <a:r>
              <a:rPr lang="en-US" altLang="zh-CN" sz="2800" dirty="0">
                <a:solidFill>
                  <a:schemeClr val="bg1"/>
                </a:solidFill>
                <a:latin typeface="Google Sans Medium" panose="020B0603030502040204" pitchFamily="34" charset="0"/>
                <a:ea typeface="黑体" panose="02010609060101010101" pitchFamily="49" charset="-122"/>
              </a:rPr>
              <a:t>PIN</a:t>
            </a:r>
            <a:r>
              <a:rPr lang="zh-CN" altLang="en-US" sz="2800" dirty="0">
                <a:solidFill>
                  <a:schemeClr val="bg1"/>
                </a:solidFill>
                <a:latin typeface="黑体" panose="02010609060101010101" pitchFamily="49" charset="-122"/>
                <a:ea typeface="黑体" panose="02010609060101010101" pitchFamily="49" charset="-122"/>
              </a:rPr>
              <a:t>码</a:t>
            </a:r>
            <a:r>
              <a:rPr lang="en-US" altLang="zh-CN" sz="2800" dirty="0">
                <a:solidFill>
                  <a:schemeClr val="bg1"/>
                </a:solidFill>
                <a:latin typeface="新宋体" panose="02010609030101010101" pitchFamily="49" charset="-122"/>
                <a:ea typeface="新宋体" panose="02010609030101010101" pitchFamily="49" charset="-122"/>
              </a:rPr>
              <a:t>·</a:t>
            </a:r>
            <a:r>
              <a:rPr lang="zh-CN" altLang="en-US" sz="2800" dirty="0">
                <a:solidFill>
                  <a:schemeClr val="bg1"/>
                </a:solidFill>
                <a:latin typeface="黑体" panose="02010609060101010101" pitchFamily="49" charset="-122"/>
                <a:ea typeface="黑体" panose="02010609060101010101" pitchFamily="49" charset="-122"/>
              </a:rPr>
              <a:t>指纹</a:t>
            </a:r>
            <a:r>
              <a:rPr lang="en-US" altLang="zh-CN" sz="2800" dirty="0">
                <a:solidFill>
                  <a:schemeClr val="bg1"/>
                </a:solidFill>
                <a:latin typeface="Google Sans Medium" panose="020B0603030502040204" pitchFamily="34" charset="0"/>
                <a:ea typeface="黑体" panose="02010609060101010101" pitchFamily="49" charset="-122"/>
              </a:rPr>
              <a:t>?</a:t>
            </a:r>
            <a:endParaRPr lang="zh-CN" altLang="en-US" sz="2800" dirty="0">
              <a:solidFill>
                <a:schemeClr val="bg1"/>
              </a:solidFill>
              <a:latin typeface="Google Sans Medium" panose="020B0603030502040204" pitchFamily="34" charset="0"/>
            </a:endParaRPr>
          </a:p>
        </p:txBody>
      </p:sp>
      <p:sp>
        <p:nvSpPr>
          <p:cNvPr id="10" name="文本框 9">
            <a:extLst>
              <a:ext uri="{FF2B5EF4-FFF2-40B4-BE49-F238E27FC236}">
                <a16:creationId xmlns:a16="http://schemas.microsoft.com/office/drawing/2014/main" id="{8039E1D1-52E6-DD1E-C32C-AAC0CF90A07E}"/>
              </a:ext>
            </a:extLst>
          </p:cNvPr>
          <p:cNvSpPr txBox="1"/>
          <p:nvPr/>
        </p:nvSpPr>
        <p:spPr>
          <a:xfrm>
            <a:off x="3198856" y="2834585"/>
            <a:ext cx="5293895" cy="1015663"/>
          </a:xfrm>
          <a:prstGeom prst="rect">
            <a:avLst/>
          </a:prstGeom>
          <a:noFill/>
        </p:spPr>
        <p:txBody>
          <a:bodyPr wrap="square" rtlCol="0">
            <a:spAutoFit/>
          </a:bodyPr>
          <a:lstStyle/>
          <a:p>
            <a:r>
              <a:rPr lang="zh-CN" altLang="en-US" sz="2000" dirty="0">
                <a:solidFill>
                  <a:schemeClr val="bg1"/>
                </a:solidFill>
                <a:latin typeface="黑体" panose="02010609060101010101" pitchFamily="49" charset="-122"/>
                <a:ea typeface="黑体" panose="02010609060101010101" pitchFamily="49" charset="-122"/>
              </a:rPr>
              <a:t>必须设置</a:t>
            </a:r>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码，才能设置指纹解锁。</a:t>
            </a:r>
            <a:endParaRPr lang="en-US" altLang="zh-CN" sz="2000" dirty="0">
              <a:solidFill>
                <a:schemeClr val="bg1"/>
              </a:solidFill>
              <a:latin typeface="黑体" panose="02010609060101010101" pitchFamily="49" charset="-122"/>
              <a:ea typeface="黑体" panose="02010609060101010101" pitchFamily="49" charset="-122"/>
            </a:endParaRPr>
          </a:p>
          <a:p>
            <a:endParaRPr lang="en-US" altLang="zh-CN" sz="2000" dirty="0">
              <a:solidFill>
                <a:schemeClr val="bg1"/>
              </a:solidFill>
              <a:latin typeface="黑体" panose="02010609060101010101" pitchFamily="49" charset="-122"/>
              <a:ea typeface="黑体" panose="02010609060101010101" pitchFamily="49" charset="-122"/>
            </a:endParaRPr>
          </a:p>
          <a:p>
            <a:r>
              <a:rPr lang="zh-CN" altLang="en-US" sz="2000" dirty="0">
                <a:solidFill>
                  <a:schemeClr val="bg1"/>
                </a:solidFill>
                <a:latin typeface="黑体" panose="02010609060101010101" pitchFamily="49" charset="-122"/>
                <a:ea typeface="黑体" panose="02010609060101010101" pitchFamily="49" charset="-122"/>
              </a:rPr>
              <a:t>设备丢失或被盗时，</a:t>
            </a:r>
            <a:r>
              <a:rPr lang="en-US" altLang="zh-CN" sz="2000" dirty="0">
                <a:solidFill>
                  <a:schemeClr val="bg1"/>
                </a:solidFill>
                <a:latin typeface="Google Sans Medium" panose="020B0603030502040204" pitchFamily="34" charset="0"/>
                <a:ea typeface="黑体" panose="02010609060101010101" pitchFamily="49" charset="-122"/>
              </a:rPr>
              <a:t>PIN</a:t>
            </a:r>
            <a:r>
              <a:rPr lang="zh-CN" altLang="en-US" sz="2000" dirty="0">
                <a:solidFill>
                  <a:schemeClr val="bg1"/>
                </a:solidFill>
                <a:latin typeface="黑体" panose="02010609060101010101" pitchFamily="49" charset="-122"/>
                <a:ea typeface="黑体" panose="02010609060101010101" pitchFamily="49" charset="-122"/>
              </a:rPr>
              <a:t>码可为其提供保护。</a:t>
            </a:r>
            <a:endParaRPr lang="zh-CN" altLang="en-US" sz="2000" dirty="0">
              <a:solidFill>
                <a:schemeClr val="bg1"/>
              </a:solidFill>
              <a:latin typeface="Google Sans Medium" panose="020B0603030502040204" pitchFamily="34" charset="0"/>
            </a:endParaRPr>
          </a:p>
        </p:txBody>
      </p:sp>
      <p:sp>
        <p:nvSpPr>
          <p:cNvPr id="14" name="矩形: 圆角 13">
            <a:hlinkClick r:id="rId3" action="ppaction://hlinksldjump"/>
            <a:extLst>
              <a:ext uri="{FF2B5EF4-FFF2-40B4-BE49-F238E27FC236}">
                <a16:creationId xmlns:a16="http://schemas.microsoft.com/office/drawing/2014/main" id="{AC241893-B0AE-9D17-9087-2C0B46F32927}"/>
              </a:ext>
            </a:extLst>
          </p:cNvPr>
          <p:cNvSpPr/>
          <p:nvPr/>
        </p:nvSpPr>
        <p:spPr>
          <a:xfrm>
            <a:off x="6131672" y="4056046"/>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7030A0"/>
                </a:solidFill>
                <a:latin typeface="黑体" panose="02010609060101010101" pitchFamily="49" charset="-122"/>
                <a:ea typeface="黑体" panose="02010609060101010101" pitchFamily="49" charset="-122"/>
              </a:rPr>
              <a:t>取消</a:t>
            </a:r>
          </a:p>
        </p:txBody>
      </p:sp>
      <p:sp>
        <p:nvSpPr>
          <p:cNvPr id="15" name="矩形: 圆角 14">
            <a:hlinkClick r:id="rId4" action="ppaction://hlinksldjump"/>
            <a:extLst>
              <a:ext uri="{FF2B5EF4-FFF2-40B4-BE49-F238E27FC236}">
                <a16:creationId xmlns:a16="http://schemas.microsoft.com/office/drawing/2014/main" id="{8A4A6A03-F65E-A01F-A3D1-FDA3845604B0}"/>
              </a:ext>
            </a:extLst>
          </p:cNvPr>
          <p:cNvSpPr/>
          <p:nvPr/>
        </p:nvSpPr>
        <p:spPr>
          <a:xfrm>
            <a:off x="7245014" y="4050677"/>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7030A0"/>
                </a:solidFill>
                <a:latin typeface="黑体" panose="02010609060101010101" pitchFamily="49" charset="-122"/>
                <a:ea typeface="黑体" panose="02010609060101010101" pitchFamily="49" charset="-122"/>
              </a:rPr>
              <a:t>跳过</a:t>
            </a:r>
          </a:p>
        </p:txBody>
      </p:sp>
    </p:spTree>
    <p:extLst>
      <p:ext uri="{BB962C8B-B14F-4D97-AF65-F5344CB8AC3E}">
        <p14:creationId xmlns:p14="http://schemas.microsoft.com/office/powerpoint/2010/main" val="2002770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F05F7-6B87-8A61-3EBA-171B2A3E9896}"/>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06544CE3-47A4-D3AA-0479-7674A18A61E2}"/>
              </a:ext>
            </a:extLst>
          </p:cNvPr>
          <p:cNvSpPr/>
          <p:nvPr/>
        </p:nvSpPr>
        <p:spPr>
          <a:xfrm>
            <a:off x="994610" y="685800"/>
            <a:ext cx="10375232" cy="5486399"/>
          </a:xfrm>
          <a:prstGeom prst="roundRect">
            <a:avLst>
              <a:gd name="adj" fmla="val 15571"/>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A76CB8F-5BAC-3290-B7F5-046754E5009C}"/>
              </a:ext>
            </a:extLst>
          </p:cNvPr>
          <p:cNvSpPr txBox="1"/>
          <p:nvPr/>
        </p:nvSpPr>
        <p:spPr>
          <a:xfrm>
            <a:off x="1688933" y="1215010"/>
            <a:ext cx="4218573" cy="769441"/>
          </a:xfrm>
          <a:prstGeom prst="rect">
            <a:avLst/>
          </a:prstGeom>
          <a:noFill/>
        </p:spPr>
        <p:txBody>
          <a:bodyPr wrap="square" rtlCol="0">
            <a:spAutoFit/>
          </a:bodyPr>
          <a:lstStyle/>
          <a:p>
            <a:r>
              <a:rPr lang="zh-CN" altLang="en-US" sz="4400" dirty="0">
                <a:solidFill>
                  <a:schemeClr val="bg1"/>
                </a:solidFill>
                <a:latin typeface="黑体" panose="02010609060101010101" pitchFamily="49" charset="-122"/>
                <a:ea typeface="黑体" panose="02010609060101010101" pitchFamily="49" charset="-122"/>
              </a:rPr>
              <a:t>主题</a:t>
            </a:r>
            <a:endParaRPr lang="zh-CN" altLang="en-US" sz="4400" dirty="0">
              <a:solidFill>
                <a:schemeClr val="bg1"/>
              </a:solidFill>
              <a:latin typeface="Google Sans Medium" panose="020B0603030502040204" pitchFamily="34" charset="0"/>
            </a:endParaRPr>
          </a:p>
        </p:txBody>
      </p:sp>
      <p:sp>
        <p:nvSpPr>
          <p:cNvPr id="9" name="文本框 8">
            <a:extLst>
              <a:ext uri="{FF2B5EF4-FFF2-40B4-BE49-F238E27FC236}">
                <a16:creationId xmlns:a16="http://schemas.microsoft.com/office/drawing/2014/main" id="{0376841C-F408-07BF-C587-5B6F16CCA38B}"/>
              </a:ext>
            </a:extLst>
          </p:cNvPr>
          <p:cNvSpPr txBox="1"/>
          <p:nvPr/>
        </p:nvSpPr>
        <p:spPr>
          <a:xfrm>
            <a:off x="1780673" y="2245106"/>
            <a:ext cx="5175163" cy="707886"/>
          </a:xfrm>
          <a:prstGeom prst="rect">
            <a:avLst/>
          </a:prstGeom>
          <a:noFill/>
        </p:spPr>
        <p:txBody>
          <a:bodyPr wrap="square" rtlCol="0">
            <a:spAutoFit/>
          </a:bodyPr>
          <a:lstStyle/>
          <a:p>
            <a:r>
              <a:rPr lang="zh-CN" altLang="en-US" sz="2000" dirty="0">
                <a:solidFill>
                  <a:schemeClr val="bg1"/>
                </a:solidFill>
                <a:latin typeface="Google Sans Medium" panose="020B0603030502040204" pitchFamily="34" charset="0"/>
                <a:ea typeface="黑体" panose="02010609060101010101" pitchFamily="49" charset="-122"/>
              </a:rPr>
              <a:t>深色模式使用黑色背景来帮助电池在一些场景下提升续航能力。</a:t>
            </a:r>
            <a:endParaRPr lang="zh-CN" altLang="en-US" sz="2000" dirty="0">
              <a:solidFill>
                <a:schemeClr val="bg1"/>
              </a:solidFill>
              <a:latin typeface="黑体" panose="02010609060101010101" pitchFamily="49" charset="-122"/>
              <a:ea typeface="黑体" panose="02010609060101010101" pitchFamily="49" charset="-122"/>
            </a:endParaRPr>
          </a:p>
        </p:txBody>
      </p:sp>
      <p:sp>
        <p:nvSpPr>
          <p:cNvPr id="11" name="等腰三角形 10">
            <a:extLst>
              <a:ext uri="{FF2B5EF4-FFF2-40B4-BE49-F238E27FC236}">
                <a16:creationId xmlns:a16="http://schemas.microsoft.com/office/drawing/2014/main" id="{FDE384A6-78C0-3554-DF3F-AFA10A510CDF}"/>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009DF4B2-41F8-3A0A-D2C4-A04EF390D298}"/>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下一步</a:t>
            </a:r>
          </a:p>
        </p:txBody>
      </p:sp>
      <p:sp>
        <p:nvSpPr>
          <p:cNvPr id="10" name="矩形: 圆角 9">
            <a:hlinkClick r:id="rId3" action="ppaction://hlinksldjump"/>
            <a:extLst>
              <a:ext uri="{FF2B5EF4-FFF2-40B4-BE49-F238E27FC236}">
                <a16:creationId xmlns:a16="http://schemas.microsoft.com/office/drawing/2014/main" id="{A144CED6-D3A7-4E63-9650-F8F87908347A}"/>
              </a:ext>
            </a:extLst>
          </p:cNvPr>
          <p:cNvSpPr/>
          <p:nvPr/>
        </p:nvSpPr>
        <p:spPr>
          <a:xfrm>
            <a:off x="1909010" y="3280853"/>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深色</a:t>
            </a:r>
          </a:p>
        </p:txBody>
      </p:sp>
      <p:sp>
        <p:nvSpPr>
          <p:cNvPr id="14" name="矩形: 圆角 13">
            <a:hlinkClick r:id="rId4" action="ppaction://hlinksldjump"/>
            <a:extLst>
              <a:ext uri="{FF2B5EF4-FFF2-40B4-BE49-F238E27FC236}">
                <a16:creationId xmlns:a16="http://schemas.microsoft.com/office/drawing/2014/main" id="{7A224DBE-94E3-C24A-B01D-B3C4E744CEC2}"/>
              </a:ext>
            </a:extLst>
          </p:cNvPr>
          <p:cNvSpPr/>
          <p:nvPr/>
        </p:nvSpPr>
        <p:spPr>
          <a:xfrm>
            <a:off x="1909010" y="4076821"/>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浅色</a:t>
            </a:r>
          </a:p>
        </p:txBody>
      </p:sp>
    </p:spTree>
    <p:extLst>
      <p:ext uri="{BB962C8B-B14F-4D97-AF65-F5344CB8AC3E}">
        <p14:creationId xmlns:p14="http://schemas.microsoft.com/office/powerpoint/2010/main" val="462037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D4DF0-4F8D-787C-6ABC-A9A3F8ED6760}"/>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4A8BE0EB-EC46-E5E9-4EA9-DCB172DD8769}"/>
              </a:ext>
            </a:extLst>
          </p:cNvPr>
          <p:cNvSpPr/>
          <p:nvPr/>
        </p:nvSpPr>
        <p:spPr>
          <a:xfrm>
            <a:off x="994610" y="685800"/>
            <a:ext cx="10375232" cy="5486399"/>
          </a:xfrm>
          <a:prstGeom prst="roundRect">
            <a:avLst>
              <a:gd name="adj" fmla="val 1557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00C9DC5B-495D-06CC-AB43-FE693F3FF812}"/>
              </a:ext>
            </a:extLst>
          </p:cNvPr>
          <p:cNvSpPr txBox="1"/>
          <p:nvPr/>
        </p:nvSpPr>
        <p:spPr>
          <a:xfrm>
            <a:off x="1688933" y="1215010"/>
            <a:ext cx="4218573" cy="769441"/>
          </a:xfrm>
          <a:prstGeom prst="rect">
            <a:avLst/>
          </a:prstGeom>
          <a:noFill/>
        </p:spPr>
        <p:txBody>
          <a:bodyPr wrap="square" rtlCol="0">
            <a:spAutoFit/>
          </a:bodyPr>
          <a:lstStyle/>
          <a:p>
            <a:r>
              <a:rPr lang="zh-CN" altLang="en-US" sz="4400" dirty="0">
                <a:latin typeface="黑体" panose="02010609060101010101" pitchFamily="49" charset="-122"/>
                <a:ea typeface="黑体" panose="02010609060101010101" pitchFamily="49" charset="-122"/>
              </a:rPr>
              <a:t>主题</a:t>
            </a:r>
            <a:endParaRPr lang="zh-CN" altLang="en-US" sz="4400" dirty="0">
              <a:latin typeface="Google Sans Medium" panose="020B0603030502040204" pitchFamily="34" charset="0"/>
            </a:endParaRPr>
          </a:p>
        </p:txBody>
      </p:sp>
      <p:sp>
        <p:nvSpPr>
          <p:cNvPr id="9" name="文本框 8">
            <a:extLst>
              <a:ext uri="{FF2B5EF4-FFF2-40B4-BE49-F238E27FC236}">
                <a16:creationId xmlns:a16="http://schemas.microsoft.com/office/drawing/2014/main" id="{91A6EB64-B358-4797-DD21-CE23889DED4B}"/>
              </a:ext>
            </a:extLst>
          </p:cNvPr>
          <p:cNvSpPr txBox="1"/>
          <p:nvPr/>
        </p:nvSpPr>
        <p:spPr>
          <a:xfrm>
            <a:off x="1780673" y="2245106"/>
            <a:ext cx="5175163" cy="707886"/>
          </a:xfrm>
          <a:prstGeom prst="rect">
            <a:avLst/>
          </a:prstGeom>
          <a:noFill/>
        </p:spPr>
        <p:txBody>
          <a:bodyPr wrap="square" rtlCol="0">
            <a:spAutoFit/>
          </a:bodyPr>
          <a:lstStyle/>
          <a:p>
            <a:r>
              <a:rPr lang="zh-CN" altLang="en-US" sz="2000" dirty="0">
                <a:latin typeface="Google Sans Medium" panose="020B0603030502040204" pitchFamily="34" charset="0"/>
                <a:ea typeface="黑体" panose="02010609060101010101" pitchFamily="49" charset="-122"/>
              </a:rPr>
              <a:t>深色模式使用黑色背景来帮助电池在一些场景下提升续航能力。</a:t>
            </a:r>
            <a:endParaRPr lang="zh-CN" altLang="en-US" sz="2000" dirty="0">
              <a:latin typeface="黑体" panose="02010609060101010101" pitchFamily="49" charset="-122"/>
              <a:ea typeface="黑体" panose="02010609060101010101" pitchFamily="49" charset="-122"/>
            </a:endParaRPr>
          </a:p>
        </p:txBody>
      </p:sp>
      <p:sp>
        <p:nvSpPr>
          <p:cNvPr id="11" name="等腰三角形 10">
            <a:extLst>
              <a:ext uri="{FF2B5EF4-FFF2-40B4-BE49-F238E27FC236}">
                <a16:creationId xmlns:a16="http://schemas.microsoft.com/office/drawing/2014/main" id="{CC1F83A2-FBE4-BDCA-5D3A-089993A63D70}"/>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hlinkClick r:id="rId3" action="ppaction://hlinksldjump"/>
            <a:extLst>
              <a:ext uri="{FF2B5EF4-FFF2-40B4-BE49-F238E27FC236}">
                <a16:creationId xmlns:a16="http://schemas.microsoft.com/office/drawing/2014/main" id="{A0923E5B-1E1E-BE95-E80F-FC02592AB5C4}"/>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下一步</a:t>
            </a:r>
          </a:p>
        </p:txBody>
      </p:sp>
      <p:sp>
        <p:nvSpPr>
          <p:cNvPr id="10" name="矩形: 圆角 9">
            <a:hlinkClick r:id="rId4" action="ppaction://hlinksldjump"/>
            <a:extLst>
              <a:ext uri="{FF2B5EF4-FFF2-40B4-BE49-F238E27FC236}">
                <a16:creationId xmlns:a16="http://schemas.microsoft.com/office/drawing/2014/main" id="{B5BD30C9-DF50-8457-DD29-2B7A2CAB1883}"/>
              </a:ext>
            </a:extLst>
          </p:cNvPr>
          <p:cNvSpPr/>
          <p:nvPr/>
        </p:nvSpPr>
        <p:spPr>
          <a:xfrm>
            <a:off x="1909010" y="3280853"/>
            <a:ext cx="1792706" cy="64970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黑体" panose="02010609060101010101" pitchFamily="49" charset="-122"/>
                <a:ea typeface="黑体" panose="02010609060101010101" pitchFamily="49" charset="-122"/>
              </a:rPr>
              <a:t>深色</a:t>
            </a:r>
          </a:p>
        </p:txBody>
      </p:sp>
      <p:sp>
        <p:nvSpPr>
          <p:cNvPr id="14" name="矩形: 圆角 13">
            <a:hlinkClick r:id="rId5" action="ppaction://hlinksldjump"/>
            <a:extLst>
              <a:ext uri="{FF2B5EF4-FFF2-40B4-BE49-F238E27FC236}">
                <a16:creationId xmlns:a16="http://schemas.microsoft.com/office/drawing/2014/main" id="{21876864-7C6E-FA2B-C861-4C7E188D2A74}"/>
              </a:ext>
            </a:extLst>
          </p:cNvPr>
          <p:cNvSpPr/>
          <p:nvPr/>
        </p:nvSpPr>
        <p:spPr>
          <a:xfrm>
            <a:off x="1909010" y="4076821"/>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浅色</a:t>
            </a:r>
          </a:p>
        </p:txBody>
      </p:sp>
    </p:spTree>
    <p:extLst>
      <p:ext uri="{BB962C8B-B14F-4D97-AF65-F5344CB8AC3E}">
        <p14:creationId xmlns:p14="http://schemas.microsoft.com/office/powerpoint/2010/main" val="164066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61F67-DBAE-9C14-78D0-040ADA63D8F6}"/>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463A8062-F3E6-456E-ED01-A32CE6C1CE5B}"/>
              </a:ext>
            </a:extLst>
          </p:cNvPr>
          <p:cNvSpPr/>
          <p:nvPr/>
        </p:nvSpPr>
        <p:spPr>
          <a:xfrm>
            <a:off x="994610" y="685800"/>
            <a:ext cx="10375232" cy="5486399"/>
          </a:xfrm>
          <a:prstGeom prst="roundRect">
            <a:avLst>
              <a:gd name="adj" fmla="val 1557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hlinkClick r:id="rId3" action="ppaction://hlinksldjump"/>
            <a:extLst>
              <a:ext uri="{FF2B5EF4-FFF2-40B4-BE49-F238E27FC236}">
                <a16:creationId xmlns:a16="http://schemas.microsoft.com/office/drawing/2014/main" id="{D41B80E5-760C-8E2C-527A-F3AB47DD14BE}"/>
              </a:ext>
            </a:extLst>
          </p:cNvPr>
          <p:cNvSpPr/>
          <p:nvPr/>
        </p:nvSpPr>
        <p:spPr>
          <a:xfrm>
            <a:off x="8915400" y="5065295"/>
            <a:ext cx="1792706" cy="64970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黑体" panose="02010609060101010101" pitchFamily="49" charset="-122"/>
                <a:ea typeface="黑体" panose="02010609060101010101" pitchFamily="49" charset="-122"/>
              </a:rPr>
              <a:t>开始</a:t>
            </a:r>
          </a:p>
        </p:txBody>
      </p:sp>
      <p:sp>
        <p:nvSpPr>
          <p:cNvPr id="3" name="矩形: 单圆角 2">
            <a:extLst>
              <a:ext uri="{FF2B5EF4-FFF2-40B4-BE49-F238E27FC236}">
                <a16:creationId xmlns:a16="http://schemas.microsoft.com/office/drawing/2014/main" id="{09EC18A4-46D8-EFA6-6BDD-C22235D866C0}"/>
              </a:ext>
            </a:extLst>
          </p:cNvPr>
          <p:cNvSpPr/>
          <p:nvPr/>
        </p:nvSpPr>
        <p:spPr>
          <a:xfrm flipH="1">
            <a:off x="5198641" y="2448756"/>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单圆角 4">
            <a:extLst>
              <a:ext uri="{FF2B5EF4-FFF2-40B4-BE49-F238E27FC236}">
                <a16:creationId xmlns:a16="http://schemas.microsoft.com/office/drawing/2014/main" id="{CF10D276-A121-00CC-09BB-DA2CD7967344}"/>
              </a:ext>
            </a:extLst>
          </p:cNvPr>
          <p:cNvSpPr/>
          <p:nvPr/>
        </p:nvSpPr>
        <p:spPr>
          <a:xfrm>
            <a:off x="6185463" y="2448756"/>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单圆角 6">
            <a:extLst>
              <a:ext uri="{FF2B5EF4-FFF2-40B4-BE49-F238E27FC236}">
                <a16:creationId xmlns:a16="http://schemas.microsoft.com/office/drawing/2014/main" id="{1F3E92A4-1977-FE29-4393-9C1E4499C783}"/>
              </a:ext>
            </a:extLst>
          </p:cNvPr>
          <p:cNvSpPr/>
          <p:nvPr/>
        </p:nvSpPr>
        <p:spPr>
          <a:xfrm flipH="1" flipV="1">
            <a:off x="5198641" y="3429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单圆角 7">
            <a:extLst>
              <a:ext uri="{FF2B5EF4-FFF2-40B4-BE49-F238E27FC236}">
                <a16:creationId xmlns:a16="http://schemas.microsoft.com/office/drawing/2014/main" id="{5F4BEEE4-375D-4FE2-8D3E-2CBFC769169F}"/>
              </a:ext>
            </a:extLst>
          </p:cNvPr>
          <p:cNvSpPr/>
          <p:nvPr/>
        </p:nvSpPr>
        <p:spPr>
          <a:xfrm flipV="1">
            <a:off x="6185463" y="3429000"/>
            <a:ext cx="936000" cy="936000"/>
          </a:xfrm>
          <a:prstGeom prst="round1Rect">
            <a:avLst>
              <a:gd name="adj" fmla="val 46025"/>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23572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290F8-BF00-E981-2030-6D3C6CB692B4}"/>
            </a:ext>
          </a:extLst>
        </p:cNvPr>
        <p:cNvGrpSpPr/>
        <p:nvPr/>
      </p:nvGrpSpPr>
      <p:grpSpPr>
        <a:xfrm>
          <a:off x="0" y="0"/>
          <a:ext cx="0" cy="0"/>
          <a:chOff x="0" y="0"/>
          <a:chExt cx="0" cy="0"/>
        </a:xfrm>
      </p:grpSpPr>
    </p:spTree>
    <p:extLst>
      <p:ext uri="{BB962C8B-B14F-4D97-AF65-F5344CB8AC3E}">
        <p14:creationId xmlns:p14="http://schemas.microsoft.com/office/powerpoint/2010/main" val="563079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100">
        <p159:morph option="byObject"/>
      </p:transition>
    </mc:Choice>
    <mc:Fallback xmlns="">
      <p:transition advClick="0" advTm="10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DDB30-CABC-C03D-FCF5-EC5DBB396D67}"/>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4EF7E646-C2B5-86E6-D49B-00320D353C90}"/>
              </a:ext>
            </a:extLst>
          </p:cNvPr>
          <p:cNvSpPr>
            <a:spLocks noGrp="1"/>
          </p:cNvSpPr>
          <p:nvPr>
            <p:ph type="dt" sz="half" idx="10"/>
          </p:nvPr>
        </p:nvSpPr>
        <p:spPr>
          <a:xfrm>
            <a:off x="4887728" y="1310857"/>
            <a:ext cx="2416541" cy="1035885"/>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66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88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9" name="椭圆 8">
            <a:hlinkClick r:id="rId3" action="ppaction://hlinksldjump"/>
            <a:extLst>
              <a:ext uri="{FF2B5EF4-FFF2-40B4-BE49-F238E27FC236}">
                <a16:creationId xmlns:a16="http://schemas.microsoft.com/office/drawing/2014/main" id="{FDE06C02-FD98-ACEA-9678-FB521889AB4D}"/>
              </a:ext>
            </a:extLst>
          </p:cNvPr>
          <p:cNvSpPr/>
          <p:nvPr/>
        </p:nvSpPr>
        <p:spPr>
          <a:xfrm>
            <a:off x="5465999" y="5029200"/>
            <a:ext cx="1260000" cy="1260000"/>
          </a:xfrm>
          <a:prstGeom prst="ellipse">
            <a:avLst/>
          </a:prstGeom>
          <a:solidFill>
            <a:srgbClr val="7030A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lt1">
                    <a:alpha val="76000"/>
                  </a:schemeClr>
                </a:solidFill>
                <a:latin typeface="Google Sans Medium" panose="020B0603030502040204" pitchFamily="34" charset="0"/>
                <a:ea typeface="新宋体" panose="02010609030101010101" pitchFamily="49" charset="-122"/>
              </a:rPr>
              <a:t>W</a:t>
            </a:r>
            <a:endParaRPr lang="zh-CN" altLang="en-US" sz="6000" dirty="0">
              <a:solidFill>
                <a:schemeClr val="lt1">
                  <a:alpha val="76000"/>
                </a:schemeClr>
              </a:solidFill>
              <a:latin typeface="Google Sans Medium" panose="020B0603030502040204" pitchFamily="34" charset="0"/>
              <a:ea typeface="新宋体" panose="02010609030101010101" pitchFamily="49" charset="-122"/>
            </a:endParaRPr>
          </a:p>
        </p:txBody>
      </p:sp>
      <p:sp>
        <p:nvSpPr>
          <p:cNvPr id="2" name="等腰三角形 1">
            <a:extLst>
              <a:ext uri="{FF2B5EF4-FFF2-40B4-BE49-F238E27FC236}">
                <a16:creationId xmlns:a16="http://schemas.microsoft.com/office/drawing/2014/main" id="{398DC0C6-E3D5-CFD1-9939-506557E18E96}"/>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9F3152F1-241C-3B80-C9F3-75BFB22B0084}"/>
              </a:ext>
            </a:extLst>
          </p:cNvPr>
          <p:cNvSpPr/>
          <p:nvPr/>
        </p:nvSpPr>
        <p:spPr>
          <a:xfrm>
            <a:off x="11031166" y="636381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C1972314-B0E8-41D4-CEE9-00160163AD00}"/>
              </a:ext>
            </a:extLst>
          </p:cNvPr>
          <p:cNvSpPr/>
          <p:nvPr/>
        </p:nvSpPr>
        <p:spPr>
          <a:xfrm>
            <a:off x="11678226" y="6363819"/>
            <a:ext cx="324000" cy="324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16AD755-CA0C-C095-EDF8-F41B33A121D7}"/>
              </a:ext>
            </a:extLst>
          </p:cNvPr>
          <p:cNvSpPr/>
          <p:nvPr/>
        </p:nvSpPr>
        <p:spPr>
          <a:xfrm>
            <a:off x="0" y="0"/>
            <a:ext cx="12192000" cy="443753"/>
          </a:xfrm>
          <a:prstGeom prst="rect">
            <a:avLst/>
          </a:prstGeom>
          <a:solidFill>
            <a:srgbClr val="FFFFFF">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E6A923F9-F289-A8CF-78E5-5E3A753393B3}"/>
              </a:ext>
            </a:extLst>
          </p:cNvPr>
          <p:cNvSpPr txBox="1"/>
          <p:nvPr/>
        </p:nvSpPr>
        <p:spPr>
          <a:xfrm>
            <a:off x="95001" y="37210"/>
            <a:ext cx="3764479" cy="369332"/>
          </a:xfrm>
          <a:prstGeom prst="rect">
            <a:avLst/>
          </a:prstGeom>
          <a:noFill/>
        </p:spPr>
        <p:txBody>
          <a:bodyPr wrap="square" rtlCol="0">
            <a:spAutoFit/>
          </a:bodyPr>
          <a:lstStyle/>
          <a:p>
            <a:r>
              <a:rPr lang="en-US" altLang="zh-CN" dirty="0" err="1">
                <a:latin typeface="Google Sans Medium" panose="020B0603030502040204" pitchFamily="34" charset="0"/>
              </a:rPr>
              <a:t>WeiStep</a:t>
            </a:r>
            <a:r>
              <a:rPr lang="en-US" altLang="zh-CN" dirty="0">
                <a:latin typeface="Google Sans Medium" panose="020B0603030502040204" pitchFamily="34" charset="0"/>
              </a:rPr>
              <a:t>   </a:t>
            </a:r>
            <a:r>
              <a:rPr lang="zh-CN" altLang="en-US" dirty="0">
                <a:latin typeface="黑体" panose="02010609060101010101" pitchFamily="49" charset="-122"/>
                <a:ea typeface="黑体" panose="02010609060101010101" pitchFamily="49" charset="-122"/>
              </a:rPr>
              <a:t>欢迎使用</a:t>
            </a:r>
            <a:r>
              <a:rPr lang="en-US" altLang="zh-CN" dirty="0">
                <a:latin typeface="Google Sans Medium" panose="020B0603030502040204" pitchFamily="34" charset="0"/>
              </a:rPr>
              <a:t>WeiUI4.1.0!</a:t>
            </a:r>
            <a:endParaRPr lang="zh-CN" altLang="en-US" dirty="0">
              <a:latin typeface="Google Sans Medium" panose="020B0603030502040204" pitchFamily="34" charset="0"/>
            </a:endParaRPr>
          </a:p>
        </p:txBody>
      </p:sp>
      <p:pic>
        <p:nvPicPr>
          <p:cNvPr id="15" name="图片 14" descr="形状&#10;&#10;AI 生成的内容可能不正确。">
            <a:hlinkClick r:id="rId4" action="ppaction://hlinksldjump"/>
            <a:extLst>
              <a:ext uri="{FF2B5EF4-FFF2-40B4-BE49-F238E27FC236}">
                <a16:creationId xmlns:a16="http://schemas.microsoft.com/office/drawing/2014/main" id="{ECF361A6-2F49-000A-DB6C-20B9969CCA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21205" y="109981"/>
            <a:ext cx="281021" cy="223790"/>
          </a:xfrm>
          <a:prstGeom prst="rect">
            <a:avLst/>
          </a:prstGeom>
        </p:spPr>
      </p:pic>
      <p:sp>
        <p:nvSpPr>
          <p:cNvPr id="16" name="文本框 15">
            <a:extLst>
              <a:ext uri="{FF2B5EF4-FFF2-40B4-BE49-F238E27FC236}">
                <a16:creationId xmlns:a16="http://schemas.microsoft.com/office/drawing/2014/main" id="{A5390EA8-AD14-1142-D3EA-CCE5CC78D8B6}"/>
              </a:ext>
            </a:extLst>
          </p:cNvPr>
          <p:cNvSpPr txBox="1"/>
          <p:nvPr/>
        </p:nvSpPr>
        <p:spPr>
          <a:xfrm>
            <a:off x="95001" y="37210"/>
            <a:ext cx="678874"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消息</a:t>
            </a:r>
          </a:p>
        </p:txBody>
      </p:sp>
      <p:sp>
        <p:nvSpPr>
          <p:cNvPr id="8" name="矩形: 圆顶角 7">
            <a:extLst>
              <a:ext uri="{FF2B5EF4-FFF2-40B4-BE49-F238E27FC236}">
                <a16:creationId xmlns:a16="http://schemas.microsoft.com/office/drawing/2014/main" id="{4C098165-2641-0B07-A9FF-5B5163D855D9}"/>
              </a:ext>
            </a:extLst>
          </p:cNvPr>
          <p:cNvSpPr/>
          <p:nvPr/>
        </p:nvSpPr>
        <p:spPr>
          <a:xfrm rot="10800000">
            <a:off x="-1" y="-4969001"/>
            <a:ext cx="12192000" cy="4859019"/>
          </a:xfrm>
          <a:prstGeom prst="round2Same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圆顶角 9">
            <a:extLst>
              <a:ext uri="{FF2B5EF4-FFF2-40B4-BE49-F238E27FC236}">
                <a16:creationId xmlns:a16="http://schemas.microsoft.com/office/drawing/2014/main" id="{089A332C-666C-FD77-5B5B-E5B80307E012}"/>
              </a:ext>
            </a:extLst>
          </p:cNvPr>
          <p:cNvSpPr/>
          <p:nvPr/>
        </p:nvSpPr>
        <p:spPr>
          <a:xfrm>
            <a:off x="1985776" y="7020000"/>
            <a:ext cx="8236800" cy="6746400"/>
          </a:xfrm>
          <a:prstGeom prst="round2SameRect">
            <a:avLst>
              <a:gd name="adj1" fmla="val 9626"/>
              <a:gd name="adj2"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35772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1" fill="hold" grpId="0" nodeType="withEffect">
                                  <p:stCondLst>
                                    <p:cond delay="1000"/>
                                  </p:stCondLst>
                                  <p:childTnLst>
                                    <p:anim calcmode="lin" valueType="num">
                                      <p:cBhvr additive="base">
                                        <p:cTn id="6" dur="750"/>
                                        <p:tgtEl>
                                          <p:spTgt spid="7"/>
                                        </p:tgtEl>
                                        <p:attrNameLst>
                                          <p:attrName>ppt_x</p:attrName>
                                        </p:attrNameLst>
                                      </p:cBhvr>
                                      <p:tavLst>
                                        <p:tav tm="0">
                                          <p:val>
                                            <p:strVal val="ppt_x"/>
                                          </p:val>
                                        </p:tav>
                                        <p:tav tm="100000">
                                          <p:val>
                                            <p:strVal val="ppt_x"/>
                                          </p:val>
                                        </p:tav>
                                      </p:tavLst>
                                    </p:anim>
                                    <p:anim calcmode="lin" valueType="num">
                                      <p:cBhvr additive="base">
                                        <p:cTn id="7" dur="750"/>
                                        <p:tgtEl>
                                          <p:spTgt spid="7"/>
                                        </p:tgtEl>
                                        <p:attrNameLst>
                                          <p:attrName>ppt_y</p:attrName>
                                        </p:attrNameLst>
                                      </p:cBhvr>
                                      <p:tavLst>
                                        <p:tav tm="0">
                                          <p:val>
                                            <p:strVal val="ppt_y"/>
                                          </p:val>
                                        </p:tav>
                                        <p:tav tm="100000">
                                          <p:val>
                                            <p:strVal val="0-ppt_h/2"/>
                                          </p:val>
                                        </p:tav>
                                      </p:tavLst>
                                    </p:anim>
                                    <p:set>
                                      <p:cBhvr>
                                        <p:cTn id="8" dur="1" fill="hold">
                                          <p:stCondLst>
                                            <p:cond delay="749"/>
                                          </p:stCondLst>
                                        </p:cTn>
                                        <p:tgtEl>
                                          <p:spTgt spid="7"/>
                                        </p:tgtEl>
                                        <p:attrNameLst>
                                          <p:attrName>style.visibility</p:attrName>
                                        </p:attrNameLst>
                                      </p:cBhvr>
                                      <p:to>
                                        <p:strVal val="hidden"/>
                                      </p:to>
                                    </p:set>
                                  </p:childTnLst>
                                </p:cTn>
                              </p:par>
                            </p:childTnLst>
                          </p:cTn>
                        </p:par>
                        <p:par>
                          <p:cTn id="9" fill="hold">
                            <p:stCondLst>
                              <p:cond delay="1750"/>
                            </p:stCondLst>
                            <p:childTnLst>
                              <p:par>
                                <p:cTn id="10" presetID="10" presetClass="entr" presetSubtype="0"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5E9F1D6-C31C-F2FC-C445-33AE0B6DAACD}"/>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D5D9A4D0-776B-EE30-63F2-92201F885D64}"/>
              </a:ext>
            </a:extLst>
          </p:cNvPr>
          <p:cNvSpPr>
            <a:spLocks noGrp="1"/>
          </p:cNvSpPr>
          <p:nvPr>
            <p:ph type="dt" sz="half" idx="10"/>
          </p:nvPr>
        </p:nvSpPr>
        <p:spPr>
          <a:xfrm>
            <a:off x="4887728" y="1310857"/>
            <a:ext cx="2416541" cy="1035885"/>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66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88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9" name="椭圆 8">
            <a:hlinkClick r:id="rId3" action="ppaction://hlinksldjump"/>
            <a:extLst>
              <a:ext uri="{FF2B5EF4-FFF2-40B4-BE49-F238E27FC236}">
                <a16:creationId xmlns:a16="http://schemas.microsoft.com/office/drawing/2014/main" id="{288D3937-6003-0995-A6A3-F02CFC6FF0E4}"/>
              </a:ext>
            </a:extLst>
          </p:cNvPr>
          <p:cNvSpPr/>
          <p:nvPr/>
        </p:nvSpPr>
        <p:spPr>
          <a:xfrm>
            <a:off x="5465999" y="5029200"/>
            <a:ext cx="1260000" cy="1260000"/>
          </a:xfrm>
          <a:prstGeom prst="ellipse">
            <a:avLst/>
          </a:prstGeom>
          <a:solidFill>
            <a:srgbClr val="7030A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lt1">
                    <a:alpha val="76000"/>
                  </a:schemeClr>
                </a:solidFill>
                <a:latin typeface="Google Sans Medium" panose="020B0603030502040204" pitchFamily="34" charset="0"/>
                <a:ea typeface="新宋体" panose="02010609030101010101" pitchFamily="49" charset="-122"/>
              </a:rPr>
              <a:t>W</a:t>
            </a:r>
            <a:endParaRPr lang="zh-CN" altLang="en-US" sz="6000" dirty="0">
              <a:solidFill>
                <a:schemeClr val="lt1">
                  <a:alpha val="76000"/>
                </a:schemeClr>
              </a:solidFill>
              <a:latin typeface="Google Sans Medium" panose="020B0603030502040204" pitchFamily="34" charset="0"/>
              <a:ea typeface="新宋体" panose="02010609030101010101" pitchFamily="49" charset="-122"/>
            </a:endParaRPr>
          </a:p>
        </p:txBody>
      </p:sp>
      <p:sp>
        <p:nvSpPr>
          <p:cNvPr id="2" name="等腰三角形 1">
            <a:extLst>
              <a:ext uri="{FF2B5EF4-FFF2-40B4-BE49-F238E27FC236}">
                <a16:creationId xmlns:a16="http://schemas.microsoft.com/office/drawing/2014/main" id="{563A3C6F-937C-F883-03A9-1F55DE2A7F72}"/>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2A053664-B30D-B613-6E5C-80F8784746AE}"/>
              </a:ext>
            </a:extLst>
          </p:cNvPr>
          <p:cNvSpPr/>
          <p:nvPr/>
        </p:nvSpPr>
        <p:spPr>
          <a:xfrm>
            <a:off x="11031166" y="636381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6E653AE-4193-F031-3A06-DACCC8F696D4}"/>
              </a:ext>
            </a:extLst>
          </p:cNvPr>
          <p:cNvSpPr/>
          <p:nvPr/>
        </p:nvSpPr>
        <p:spPr>
          <a:xfrm>
            <a:off x="11678226" y="6363819"/>
            <a:ext cx="324000" cy="324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F3EBFC0F-96E2-B119-AE91-FB3F79BC300C}"/>
              </a:ext>
            </a:extLst>
          </p:cNvPr>
          <p:cNvSpPr/>
          <p:nvPr/>
        </p:nvSpPr>
        <p:spPr>
          <a:xfrm>
            <a:off x="0" y="0"/>
            <a:ext cx="12192000" cy="443753"/>
          </a:xfrm>
          <a:prstGeom prst="rect">
            <a:avLst/>
          </a:prstGeom>
          <a:solidFill>
            <a:srgbClr val="FFFFFF">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形状&#10;&#10;AI 生成的内容可能不正确。">
            <a:hlinkClick r:id="rId4" action="ppaction://hlinksldjump"/>
            <a:extLst>
              <a:ext uri="{FF2B5EF4-FFF2-40B4-BE49-F238E27FC236}">
                <a16:creationId xmlns:a16="http://schemas.microsoft.com/office/drawing/2014/main" id="{9257C991-E599-6FF9-122F-97276D13FD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21205" y="109981"/>
            <a:ext cx="281021" cy="223790"/>
          </a:xfrm>
          <a:prstGeom prst="rect">
            <a:avLst/>
          </a:prstGeom>
        </p:spPr>
      </p:pic>
      <p:sp>
        <p:nvSpPr>
          <p:cNvPr id="16" name="文本框 15">
            <a:extLst>
              <a:ext uri="{FF2B5EF4-FFF2-40B4-BE49-F238E27FC236}">
                <a16:creationId xmlns:a16="http://schemas.microsoft.com/office/drawing/2014/main" id="{1A93ED67-60B1-41EF-264D-E56AFEEBF937}"/>
              </a:ext>
            </a:extLst>
          </p:cNvPr>
          <p:cNvSpPr txBox="1"/>
          <p:nvPr/>
        </p:nvSpPr>
        <p:spPr>
          <a:xfrm>
            <a:off x="95001" y="37210"/>
            <a:ext cx="678874"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消息</a:t>
            </a:r>
          </a:p>
        </p:txBody>
      </p:sp>
      <p:sp>
        <p:nvSpPr>
          <p:cNvPr id="8" name="矩形: 圆顶角 7">
            <a:extLst>
              <a:ext uri="{FF2B5EF4-FFF2-40B4-BE49-F238E27FC236}">
                <a16:creationId xmlns:a16="http://schemas.microsoft.com/office/drawing/2014/main" id="{08EC6E68-3D53-C526-76CD-11D9213C5868}"/>
              </a:ext>
            </a:extLst>
          </p:cNvPr>
          <p:cNvSpPr/>
          <p:nvPr/>
        </p:nvSpPr>
        <p:spPr>
          <a:xfrm rot="10800000">
            <a:off x="-1" y="-4969001"/>
            <a:ext cx="12192000" cy="4859019"/>
          </a:xfrm>
          <a:prstGeom prst="round2Same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顶角 6">
            <a:extLst>
              <a:ext uri="{FF2B5EF4-FFF2-40B4-BE49-F238E27FC236}">
                <a16:creationId xmlns:a16="http://schemas.microsoft.com/office/drawing/2014/main" id="{EA8AEADA-A412-EC67-CD87-FD69F4B397A8}"/>
              </a:ext>
            </a:extLst>
          </p:cNvPr>
          <p:cNvSpPr/>
          <p:nvPr/>
        </p:nvSpPr>
        <p:spPr>
          <a:xfrm>
            <a:off x="1985776" y="7020000"/>
            <a:ext cx="8236800" cy="6746400"/>
          </a:xfrm>
          <a:prstGeom prst="round2SameRect">
            <a:avLst>
              <a:gd name="adj1" fmla="val 9626"/>
              <a:gd name="adj2"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6446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BA72C5-89EA-E742-73B6-DB4F225F1637}"/>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81DD1A26-E09F-2996-D107-DDC36B6B56A4}"/>
              </a:ext>
            </a:extLst>
          </p:cNvPr>
          <p:cNvSpPr>
            <a:spLocks noGrp="1"/>
          </p:cNvSpPr>
          <p:nvPr>
            <p:ph type="dt" sz="half" idx="10"/>
          </p:nvPr>
        </p:nvSpPr>
        <p:spPr>
          <a:xfrm>
            <a:off x="3607040" y="2528003"/>
            <a:ext cx="4977918" cy="1801994"/>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138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239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10" name="L 形 9">
            <a:hlinkClick r:id="rId3" action="ppaction://hlinksldjump"/>
            <a:extLst>
              <a:ext uri="{FF2B5EF4-FFF2-40B4-BE49-F238E27FC236}">
                <a16:creationId xmlns:a16="http://schemas.microsoft.com/office/drawing/2014/main" id="{BF74F9ED-9F8C-779E-9147-604827DA28EE}"/>
              </a:ext>
            </a:extLst>
          </p:cNvPr>
          <p:cNvSpPr/>
          <p:nvPr/>
        </p:nvSpPr>
        <p:spPr>
          <a:xfrm rot="8100000">
            <a:off x="5861999" y="6026163"/>
            <a:ext cx="468000" cy="468000"/>
          </a:xfrm>
          <a:prstGeom prst="corner">
            <a:avLst>
              <a:gd name="adj1" fmla="val 19426"/>
              <a:gd name="adj2" fmla="val 17387"/>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50214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7A338-7D1C-D02E-49A2-A144AB4D885A}"/>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4F5A4668-605A-CAF1-1B19-E9F1AC1EA37E}"/>
              </a:ext>
            </a:extLst>
          </p:cNvPr>
          <p:cNvSpPr>
            <a:spLocks noGrp="1"/>
          </p:cNvSpPr>
          <p:nvPr>
            <p:ph type="dt" sz="half" idx="10"/>
          </p:nvPr>
        </p:nvSpPr>
        <p:spPr>
          <a:xfrm>
            <a:off x="4791476" y="1310857"/>
            <a:ext cx="2416541" cy="1035885"/>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6600" b="0" i="0" u="none" strike="noStrike" kern="1200" cap="none" spc="0" normalizeH="0" baseline="0" noProof="0" smtClean="0">
                <a:ln>
                  <a:noFill/>
                </a:ln>
                <a:solidFill>
                  <a:schemeClr val="bg1"/>
                </a:solidFill>
                <a:effectLst/>
                <a:uLnTx/>
                <a:uFillTx/>
                <a:latin typeface="Google Sans" panose="020B05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8800" b="0" i="0" u="none" strike="noStrike" kern="1200" cap="none" spc="0" normalizeH="0" baseline="0" noProof="0" dirty="0">
              <a:ln>
                <a:noFill/>
              </a:ln>
              <a:solidFill>
                <a:schemeClr val="bg1"/>
              </a:solidFill>
              <a:effectLst/>
              <a:uLnTx/>
              <a:uFillTx/>
              <a:latin typeface="Google Sans" panose="020B0503030502040204" pitchFamily="34" charset="0"/>
              <a:ea typeface="宋体"/>
            </a:endParaRPr>
          </a:p>
        </p:txBody>
      </p:sp>
      <p:sp>
        <p:nvSpPr>
          <p:cNvPr id="9" name="椭圆 8">
            <a:extLst>
              <a:ext uri="{FF2B5EF4-FFF2-40B4-BE49-F238E27FC236}">
                <a16:creationId xmlns:a16="http://schemas.microsoft.com/office/drawing/2014/main" id="{7DA1622E-002A-A7E7-497D-F1A7B068D30F}"/>
              </a:ext>
            </a:extLst>
          </p:cNvPr>
          <p:cNvSpPr/>
          <p:nvPr/>
        </p:nvSpPr>
        <p:spPr>
          <a:xfrm>
            <a:off x="5465999" y="5029200"/>
            <a:ext cx="1260000" cy="1260000"/>
          </a:xfrm>
          <a:prstGeom prst="ellipse">
            <a:avLst/>
          </a:prstGeom>
          <a:solidFill>
            <a:srgbClr val="7030A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lt1">
                    <a:alpha val="76000"/>
                  </a:schemeClr>
                </a:solidFill>
                <a:latin typeface="Google Sans Medium" panose="020B0603030502040204" pitchFamily="34" charset="0"/>
                <a:ea typeface="新宋体" panose="02010609030101010101" pitchFamily="49" charset="-122"/>
              </a:rPr>
              <a:t>W</a:t>
            </a:r>
            <a:endParaRPr lang="zh-CN" altLang="en-US" sz="6000" dirty="0">
              <a:solidFill>
                <a:schemeClr val="lt1">
                  <a:alpha val="76000"/>
                </a:schemeClr>
              </a:solidFill>
              <a:latin typeface="Google Sans Medium" panose="020B0603030502040204" pitchFamily="34" charset="0"/>
              <a:ea typeface="新宋体" panose="02010609030101010101" pitchFamily="49" charset="-122"/>
            </a:endParaRPr>
          </a:p>
        </p:txBody>
      </p:sp>
      <p:sp>
        <p:nvSpPr>
          <p:cNvPr id="6" name="矩形 5">
            <a:extLst>
              <a:ext uri="{FF2B5EF4-FFF2-40B4-BE49-F238E27FC236}">
                <a16:creationId xmlns:a16="http://schemas.microsoft.com/office/drawing/2014/main" id="{42AA0A26-BA66-AC57-62B8-8A9BC1110B6D}"/>
              </a:ext>
            </a:extLst>
          </p:cNvPr>
          <p:cNvSpPr/>
          <p:nvPr/>
        </p:nvSpPr>
        <p:spPr>
          <a:xfrm>
            <a:off x="0" y="0"/>
            <a:ext cx="12192000" cy="443753"/>
          </a:xfrm>
          <a:prstGeom prst="rect">
            <a:avLst/>
          </a:prstGeom>
          <a:solidFill>
            <a:srgbClr val="FFFFFF">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形状&#10;&#10;AI 生成的内容可能不正确。">
            <a:extLst>
              <a:ext uri="{FF2B5EF4-FFF2-40B4-BE49-F238E27FC236}">
                <a16:creationId xmlns:a16="http://schemas.microsoft.com/office/drawing/2014/main" id="{57C65A55-427E-A378-1EEF-15128C0DB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1205" y="109981"/>
            <a:ext cx="281021" cy="223790"/>
          </a:xfrm>
          <a:prstGeom prst="rect">
            <a:avLst/>
          </a:prstGeom>
        </p:spPr>
      </p:pic>
      <p:sp>
        <p:nvSpPr>
          <p:cNvPr id="10" name="矩形 9">
            <a:extLst>
              <a:ext uri="{FF2B5EF4-FFF2-40B4-BE49-F238E27FC236}">
                <a16:creationId xmlns:a16="http://schemas.microsoft.com/office/drawing/2014/main" id="{97138DB0-3E17-4DBB-B016-EC57593EB944}"/>
              </a:ext>
            </a:extLst>
          </p:cNvPr>
          <p:cNvSpPr/>
          <p:nvPr/>
        </p:nvSpPr>
        <p:spPr>
          <a:xfrm>
            <a:off x="-2" y="0"/>
            <a:ext cx="12191999" cy="6858000"/>
          </a:xfrm>
          <a:prstGeom prst="rect">
            <a:avLst/>
          </a:prstGeom>
          <a:solidFill>
            <a:srgbClr val="EAEA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圆顶角 7">
            <a:extLst>
              <a:ext uri="{FF2B5EF4-FFF2-40B4-BE49-F238E27FC236}">
                <a16:creationId xmlns:a16="http://schemas.microsoft.com/office/drawing/2014/main" id="{49273CE0-BAD3-589A-128F-485872117AB1}"/>
              </a:ext>
            </a:extLst>
          </p:cNvPr>
          <p:cNvSpPr/>
          <p:nvPr/>
        </p:nvSpPr>
        <p:spPr>
          <a:xfrm rot="10800000">
            <a:off x="-1" y="-1"/>
            <a:ext cx="12192000" cy="4859019"/>
          </a:xfrm>
          <a:prstGeom prst="round2Same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等腰三角形 1">
            <a:hlinkClick r:id="rId4" action="ppaction://hlinksldjump"/>
            <a:extLst>
              <a:ext uri="{FF2B5EF4-FFF2-40B4-BE49-F238E27FC236}">
                <a16:creationId xmlns:a16="http://schemas.microsoft.com/office/drawing/2014/main" id="{FBC0E38B-2539-58E4-7F68-3977037510A5}"/>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hlinkClick r:id="rId4" action="ppaction://hlinksldjump"/>
            <a:extLst>
              <a:ext uri="{FF2B5EF4-FFF2-40B4-BE49-F238E27FC236}">
                <a16:creationId xmlns:a16="http://schemas.microsoft.com/office/drawing/2014/main" id="{EB0106A0-8A25-6096-0D15-29DB9EAA0646}"/>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A5603AB0-3DCF-AEF3-6048-80940C4758DD}"/>
              </a:ext>
            </a:extLst>
          </p:cNvPr>
          <p:cNvSpPr/>
          <p:nvPr/>
        </p:nvSpPr>
        <p:spPr>
          <a:xfrm>
            <a:off x="11678226" y="6363819"/>
            <a:ext cx="324000" cy="324000"/>
          </a:xfrm>
          <a:prstGeom prst="round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a:extLst>
              <a:ext uri="{FF2B5EF4-FFF2-40B4-BE49-F238E27FC236}">
                <a16:creationId xmlns:a16="http://schemas.microsoft.com/office/drawing/2014/main" id="{9504209E-5687-3C3C-82A4-8C8340FF64A9}"/>
              </a:ext>
            </a:extLst>
          </p:cNvPr>
          <p:cNvGrpSpPr/>
          <p:nvPr/>
        </p:nvGrpSpPr>
        <p:grpSpPr>
          <a:xfrm>
            <a:off x="675795" y="407477"/>
            <a:ext cx="3439886" cy="1035885"/>
            <a:chOff x="675795" y="407477"/>
            <a:chExt cx="3439886" cy="1035885"/>
          </a:xfrm>
        </p:grpSpPr>
        <p:sp>
          <p:nvSpPr>
            <p:cNvPr id="11" name="矩形: 圆角 10">
              <a:extLst>
                <a:ext uri="{FF2B5EF4-FFF2-40B4-BE49-F238E27FC236}">
                  <a16:creationId xmlns:a16="http://schemas.microsoft.com/office/drawing/2014/main" id="{0899E423-DC66-D55B-8DBD-5AB1BF9A5291}"/>
                </a:ext>
              </a:extLst>
            </p:cNvPr>
            <p:cNvSpPr/>
            <p:nvPr/>
          </p:nvSpPr>
          <p:spPr>
            <a:xfrm>
              <a:off x="675795" y="407477"/>
              <a:ext cx="3439886" cy="1035885"/>
            </a:xfrm>
            <a:prstGeom prst="roundRect">
              <a:avLst>
                <a:gd name="adj" fmla="val 5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黑体" panose="02010609060101010101" pitchFamily="49" charset="-122"/>
                  <a:ea typeface="黑体" panose="02010609060101010101" pitchFamily="49" charset="-122"/>
                </a:rPr>
                <a:t>   以太网</a:t>
              </a:r>
            </a:p>
          </p:txBody>
        </p:sp>
        <p:grpSp>
          <p:nvGrpSpPr>
            <p:cNvPr id="24" name="组合 23">
              <a:extLst>
                <a:ext uri="{FF2B5EF4-FFF2-40B4-BE49-F238E27FC236}">
                  <a16:creationId xmlns:a16="http://schemas.microsoft.com/office/drawing/2014/main" id="{16E95101-BA49-C4E0-6722-F797FD27ADDC}"/>
                </a:ext>
              </a:extLst>
            </p:cNvPr>
            <p:cNvGrpSpPr>
              <a:grpSpLocks noChangeAspect="1"/>
            </p:cNvGrpSpPr>
            <p:nvPr/>
          </p:nvGrpSpPr>
          <p:grpSpPr>
            <a:xfrm>
              <a:off x="1167986" y="679781"/>
              <a:ext cx="453511" cy="508974"/>
              <a:chOff x="2764702" y="5140999"/>
              <a:chExt cx="1233917" cy="1384820"/>
            </a:xfrm>
          </p:grpSpPr>
          <p:sp>
            <p:nvSpPr>
              <p:cNvPr id="14" name="矩形: 圆角 13">
                <a:extLst>
                  <a:ext uri="{FF2B5EF4-FFF2-40B4-BE49-F238E27FC236}">
                    <a16:creationId xmlns:a16="http://schemas.microsoft.com/office/drawing/2014/main" id="{63BA0913-3AEC-EA18-DD01-02C6F28FB78E}"/>
                  </a:ext>
                </a:extLst>
              </p:cNvPr>
              <p:cNvSpPr/>
              <p:nvPr/>
            </p:nvSpPr>
            <p:spPr>
              <a:xfrm>
                <a:off x="2764702" y="5258624"/>
                <a:ext cx="1165334" cy="953294"/>
              </a:xfrm>
              <a:prstGeom prst="roundRect">
                <a:avLst/>
              </a:prstGeom>
              <a:noFill/>
              <a:ln w="349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A252515A-122D-FCEB-A364-F3F5BB663B29}"/>
                  </a:ext>
                </a:extLst>
              </p:cNvPr>
              <p:cNvGrpSpPr/>
              <p:nvPr/>
            </p:nvGrpSpPr>
            <p:grpSpPr>
              <a:xfrm>
                <a:off x="3630007" y="5140999"/>
                <a:ext cx="368612" cy="1384820"/>
                <a:chOff x="6673743" y="2249370"/>
                <a:chExt cx="174760" cy="656548"/>
              </a:xfrm>
              <a:noFill/>
            </p:grpSpPr>
            <p:cxnSp>
              <p:nvCxnSpPr>
                <p:cNvPr id="21" name="直接连接符 20">
                  <a:extLst>
                    <a:ext uri="{FF2B5EF4-FFF2-40B4-BE49-F238E27FC236}">
                      <a16:creationId xmlns:a16="http://schemas.microsoft.com/office/drawing/2014/main" id="{23D8488C-42B8-96D5-780C-551FC0445B53}"/>
                    </a:ext>
                  </a:extLst>
                </p:cNvPr>
                <p:cNvCxnSpPr>
                  <a:cxnSpLocks/>
                </p:cNvCxnSpPr>
                <p:nvPr/>
              </p:nvCxnSpPr>
              <p:spPr>
                <a:xfrm>
                  <a:off x="6766681" y="2520705"/>
                  <a:ext cx="0" cy="385213"/>
                </a:xfrm>
                <a:prstGeom prst="line">
                  <a:avLst/>
                </a:prstGeom>
                <a:grpFill/>
                <a:ln w="254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矩形: 圆角 21">
                  <a:extLst>
                    <a:ext uri="{FF2B5EF4-FFF2-40B4-BE49-F238E27FC236}">
                      <a16:creationId xmlns:a16="http://schemas.microsoft.com/office/drawing/2014/main" id="{64AB4A7A-24E3-85B1-EFB9-5FAF1502B597}"/>
                    </a:ext>
                  </a:extLst>
                </p:cNvPr>
                <p:cNvSpPr/>
                <p:nvPr/>
              </p:nvSpPr>
              <p:spPr>
                <a:xfrm>
                  <a:off x="6673743" y="2249370"/>
                  <a:ext cx="174760" cy="271335"/>
                </a:xfrm>
                <a:prstGeom prst="roundRect">
                  <a:avLst>
                    <a:gd name="adj" fmla="val 27535"/>
                  </a:avLst>
                </a:prstGeom>
                <a:grpFill/>
                <a:ln w="254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a:extLst>
                    <a:ext uri="{FF2B5EF4-FFF2-40B4-BE49-F238E27FC236}">
                      <a16:creationId xmlns:a16="http://schemas.microsoft.com/office/drawing/2014/main" id="{0EB03E80-0F2B-B793-4D25-A76E693233CA}"/>
                    </a:ext>
                  </a:extLst>
                </p:cNvPr>
                <p:cNvCxnSpPr>
                  <a:cxnSpLocks/>
                </p:cNvCxnSpPr>
                <p:nvPr/>
              </p:nvCxnSpPr>
              <p:spPr>
                <a:xfrm>
                  <a:off x="6673743" y="2353647"/>
                  <a:ext cx="174760" cy="0"/>
                </a:xfrm>
                <a:prstGeom prst="line">
                  <a:avLst/>
                </a:prstGeom>
                <a:grpFill/>
                <a:ln w="25400">
                  <a:solidFill>
                    <a:srgbClr val="FFFFFF"/>
                  </a:solidFill>
                </a:ln>
              </p:spPr>
              <p:style>
                <a:lnRef idx="1">
                  <a:schemeClr val="accent1"/>
                </a:lnRef>
                <a:fillRef idx="0">
                  <a:schemeClr val="accent1"/>
                </a:fillRef>
                <a:effectRef idx="0">
                  <a:schemeClr val="accent1"/>
                </a:effectRef>
                <a:fontRef idx="minor">
                  <a:schemeClr val="tx1"/>
                </a:fontRef>
              </p:style>
            </p:cxnSp>
          </p:grpSp>
          <p:cxnSp>
            <p:nvCxnSpPr>
              <p:cNvPr id="18" name="直接连接符 17">
                <a:extLst>
                  <a:ext uri="{FF2B5EF4-FFF2-40B4-BE49-F238E27FC236}">
                    <a16:creationId xmlns:a16="http://schemas.microsoft.com/office/drawing/2014/main" id="{F1E21AC1-B663-28D9-D9D1-07C74EBE8510}"/>
                  </a:ext>
                </a:extLst>
              </p:cNvPr>
              <p:cNvCxnSpPr/>
              <p:nvPr/>
            </p:nvCxnSpPr>
            <p:spPr>
              <a:xfrm>
                <a:off x="3016521" y="6492584"/>
                <a:ext cx="744005" cy="0"/>
              </a:xfrm>
              <a:prstGeom prst="line">
                <a:avLst/>
              </a:prstGeom>
              <a:noFill/>
              <a:ln w="3492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EF1492B-5549-BE93-1A94-7F21AF1B1F1A}"/>
                  </a:ext>
                </a:extLst>
              </p:cNvPr>
              <p:cNvCxnSpPr>
                <a:cxnSpLocks/>
              </p:cNvCxnSpPr>
              <p:nvPr/>
            </p:nvCxnSpPr>
            <p:spPr>
              <a:xfrm>
                <a:off x="3134558" y="6211917"/>
                <a:ext cx="0" cy="280668"/>
              </a:xfrm>
              <a:prstGeom prst="line">
                <a:avLst/>
              </a:prstGeom>
              <a:noFill/>
              <a:ln w="3492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F4E4BBA-D8F9-3676-9DF2-14E1A1F38BCC}"/>
                  </a:ext>
                </a:extLst>
              </p:cNvPr>
              <p:cNvCxnSpPr>
                <a:cxnSpLocks/>
              </p:cNvCxnSpPr>
              <p:nvPr/>
            </p:nvCxnSpPr>
            <p:spPr>
              <a:xfrm>
                <a:off x="3640340" y="6211917"/>
                <a:ext cx="0" cy="280668"/>
              </a:xfrm>
              <a:prstGeom prst="line">
                <a:avLst/>
              </a:prstGeom>
              <a:noFill/>
              <a:ln w="34925">
                <a:solidFill>
                  <a:srgbClr val="FFFFFF"/>
                </a:solidFill>
              </a:ln>
            </p:spPr>
            <p:style>
              <a:lnRef idx="1">
                <a:schemeClr val="accent1"/>
              </a:lnRef>
              <a:fillRef idx="0">
                <a:schemeClr val="accent1"/>
              </a:fillRef>
              <a:effectRef idx="0">
                <a:schemeClr val="accent1"/>
              </a:effectRef>
              <a:fontRef idx="minor">
                <a:schemeClr val="tx1"/>
              </a:fontRef>
            </p:style>
          </p:cxnSp>
        </p:grpSp>
      </p:grpSp>
      <p:sp>
        <p:nvSpPr>
          <p:cNvPr id="27" name="矩形: 圆角 26">
            <a:hlinkClick r:id="rId5" action="ppaction://hlinksldjump"/>
            <a:extLst>
              <a:ext uri="{FF2B5EF4-FFF2-40B4-BE49-F238E27FC236}">
                <a16:creationId xmlns:a16="http://schemas.microsoft.com/office/drawing/2014/main" id="{F277541A-789A-13BA-F51C-6B612EB866E9}"/>
              </a:ext>
            </a:extLst>
          </p:cNvPr>
          <p:cNvSpPr/>
          <p:nvPr/>
        </p:nvSpPr>
        <p:spPr>
          <a:xfrm>
            <a:off x="5006056" y="372184"/>
            <a:ext cx="3439886" cy="1035885"/>
          </a:xfrm>
          <a:prstGeom prst="roundRect">
            <a:avLst>
              <a:gd name="adj" fmla="val 50000"/>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黑体" panose="02010609060101010101" pitchFamily="49" charset="-122"/>
                <a:ea typeface="黑体" panose="02010609060101010101" pitchFamily="49" charset="-122"/>
              </a:rPr>
              <a:t> 锁屏</a:t>
            </a:r>
          </a:p>
        </p:txBody>
      </p:sp>
      <p:pic>
        <p:nvPicPr>
          <p:cNvPr id="26" name="图片 25" descr="图标&#10;&#10;AI 生成的内容可能不正确。">
            <a:hlinkClick r:id="rId6" action="ppaction://hlinksldjump"/>
            <a:extLst>
              <a:ext uri="{FF2B5EF4-FFF2-40B4-BE49-F238E27FC236}">
                <a16:creationId xmlns:a16="http://schemas.microsoft.com/office/drawing/2014/main" id="{B2244854-E9DA-DC7E-D273-A787A40B5A9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52674" y="3485718"/>
            <a:ext cx="1008621" cy="1008621"/>
          </a:xfrm>
          <a:prstGeom prst="rect">
            <a:avLst/>
          </a:prstGeom>
        </p:spPr>
      </p:pic>
      <p:sp>
        <p:nvSpPr>
          <p:cNvPr id="28" name="矩形: 圆角 27">
            <a:extLst>
              <a:ext uri="{FF2B5EF4-FFF2-40B4-BE49-F238E27FC236}">
                <a16:creationId xmlns:a16="http://schemas.microsoft.com/office/drawing/2014/main" id="{2C5F9237-019A-CE1E-CCF6-0F9EF62932B6}"/>
              </a:ext>
            </a:extLst>
          </p:cNvPr>
          <p:cNvSpPr/>
          <p:nvPr/>
        </p:nvSpPr>
        <p:spPr>
          <a:xfrm>
            <a:off x="315939" y="5042832"/>
            <a:ext cx="11560115" cy="1150806"/>
          </a:xfrm>
          <a:prstGeom prst="roundRect">
            <a:avLst>
              <a:gd name="adj" fmla="val 38344"/>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E289BA9D-CE4A-CF3B-6FD4-CC8C637E07D3}"/>
              </a:ext>
            </a:extLst>
          </p:cNvPr>
          <p:cNvSpPr txBox="1"/>
          <p:nvPr/>
        </p:nvSpPr>
        <p:spPr>
          <a:xfrm>
            <a:off x="1303922" y="5618235"/>
            <a:ext cx="2306177" cy="369332"/>
          </a:xfrm>
          <a:prstGeom prst="rect">
            <a:avLst/>
          </a:prstGeom>
          <a:noFill/>
        </p:spPr>
        <p:txBody>
          <a:bodyPr wrap="square" rtlCol="0">
            <a:spAutoFit/>
          </a:bodyPr>
          <a:lstStyle/>
          <a:p>
            <a:r>
              <a:rPr lang="zh-CN" altLang="en-US" dirty="0">
                <a:solidFill>
                  <a:srgbClr val="3B3B3B"/>
                </a:solidFill>
                <a:latin typeface="黑体" panose="02010609060101010101" pitchFamily="49" charset="-122"/>
                <a:ea typeface="黑体" panose="02010609060101010101" pitchFamily="49" charset="-122"/>
              </a:rPr>
              <a:t>欢迎使用</a:t>
            </a:r>
            <a:r>
              <a:rPr lang="en-US" altLang="zh-CN" dirty="0">
                <a:solidFill>
                  <a:srgbClr val="3B3B3B"/>
                </a:solidFill>
                <a:latin typeface="Google Sans Medium" panose="020B0603030502040204" pitchFamily="34" charset="0"/>
              </a:rPr>
              <a:t>WeiUI4.1.0!</a:t>
            </a:r>
            <a:endParaRPr lang="zh-CN" altLang="en-US" dirty="0">
              <a:solidFill>
                <a:srgbClr val="3B3B3B"/>
              </a:solidFill>
              <a:latin typeface="Google Sans Medium" panose="020B0603030502040204" pitchFamily="34" charset="0"/>
            </a:endParaRPr>
          </a:p>
        </p:txBody>
      </p:sp>
      <p:sp>
        <p:nvSpPr>
          <p:cNvPr id="31" name="文本框 30">
            <a:extLst>
              <a:ext uri="{FF2B5EF4-FFF2-40B4-BE49-F238E27FC236}">
                <a16:creationId xmlns:a16="http://schemas.microsoft.com/office/drawing/2014/main" id="{F27A0376-FFEC-7D3A-D376-35F3C4315112}"/>
              </a:ext>
            </a:extLst>
          </p:cNvPr>
          <p:cNvSpPr txBox="1"/>
          <p:nvPr/>
        </p:nvSpPr>
        <p:spPr>
          <a:xfrm>
            <a:off x="1323815" y="5193402"/>
            <a:ext cx="1409184" cy="461665"/>
          </a:xfrm>
          <a:prstGeom prst="rect">
            <a:avLst/>
          </a:prstGeom>
          <a:noFill/>
        </p:spPr>
        <p:txBody>
          <a:bodyPr wrap="square">
            <a:spAutoFit/>
          </a:bodyPr>
          <a:lstStyle/>
          <a:p>
            <a:r>
              <a:rPr lang="en-US" altLang="zh-CN" sz="2400" dirty="0" err="1">
                <a:latin typeface="Google Sans Medium" panose="020B0603030502040204" pitchFamily="34" charset="0"/>
              </a:rPr>
              <a:t>WeiStep</a:t>
            </a:r>
            <a:endParaRPr lang="zh-CN" altLang="en-US" sz="2400" dirty="0"/>
          </a:p>
        </p:txBody>
      </p:sp>
      <p:sp>
        <p:nvSpPr>
          <p:cNvPr id="32" name="椭圆 31">
            <a:extLst>
              <a:ext uri="{FF2B5EF4-FFF2-40B4-BE49-F238E27FC236}">
                <a16:creationId xmlns:a16="http://schemas.microsoft.com/office/drawing/2014/main" id="{B716DCE4-77A2-739E-D36E-32B41D078BA3}"/>
              </a:ext>
            </a:extLst>
          </p:cNvPr>
          <p:cNvSpPr/>
          <p:nvPr/>
        </p:nvSpPr>
        <p:spPr>
          <a:xfrm>
            <a:off x="591986" y="5308589"/>
            <a:ext cx="576000" cy="576000"/>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下 32">
            <a:extLst>
              <a:ext uri="{FF2B5EF4-FFF2-40B4-BE49-F238E27FC236}">
                <a16:creationId xmlns:a16="http://schemas.microsoft.com/office/drawing/2014/main" id="{33C90643-B496-3935-4F3F-8E46AE925FA0}"/>
              </a:ext>
            </a:extLst>
          </p:cNvPr>
          <p:cNvSpPr/>
          <p:nvPr/>
        </p:nvSpPr>
        <p:spPr>
          <a:xfrm flipV="1">
            <a:off x="735986" y="5452589"/>
            <a:ext cx="288000" cy="288000"/>
          </a:xfrm>
          <a:prstGeom prst="downArrow">
            <a:avLst>
              <a:gd name="adj1" fmla="val 53369"/>
              <a:gd name="adj2" fmla="val 44574"/>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descr="图标&#10;&#10;AI 生成的内容可能不正确。">
            <a:hlinkClick r:id="rId5" action="ppaction://hlinksldjump"/>
            <a:extLst>
              <a:ext uri="{FF2B5EF4-FFF2-40B4-BE49-F238E27FC236}">
                <a16:creationId xmlns:a16="http://schemas.microsoft.com/office/drawing/2014/main" id="{0E7BE39A-E748-A3D0-E1BB-FEA8AEB3725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14620" y="627600"/>
            <a:ext cx="374076" cy="504310"/>
          </a:xfrm>
          <a:prstGeom prst="rect">
            <a:avLst/>
          </a:prstGeom>
        </p:spPr>
      </p:pic>
    </p:spTree>
    <p:extLst>
      <p:ext uri="{BB962C8B-B14F-4D97-AF65-F5344CB8AC3E}">
        <p14:creationId xmlns:p14="http://schemas.microsoft.com/office/powerpoint/2010/main" val="4234201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627E-E1F0-FE04-77C2-E2DD32284DCA}"/>
            </a:ext>
          </a:extLst>
        </p:cNvPr>
        <p:cNvGrpSpPr/>
        <p:nvPr/>
      </p:nvGrpSpPr>
      <p:grpSpPr>
        <a:xfrm>
          <a:off x="0" y="0"/>
          <a:ext cx="0" cy="0"/>
          <a:chOff x="0" y="0"/>
          <a:chExt cx="0" cy="0"/>
        </a:xfrm>
      </p:grpSpPr>
      <p:sp>
        <p:nvSpPr>
          <p:cNvPr id="4" name="日期占位符 5">
            <a:extLst>
              <a:ext uri="{FF2B5EF4-FFF2-40B4-BE49-F238E27FC236}">
                <a16:creationId xmlns:a16="http://schemas.microsoft.com/office/drawing/2014/main" id="{DF5BEFB8-EBEB-4AFD-1D73-8CE9555613E4}"/>
              </a:ext>
            </a:extLst>
          </p:cNvPr>
          <p:cNvSpPr>
            <a:spLocks noGrp="1"/>
          </p:cNvSpPr>
          <p:nvPr>
            <p:ph type="dt" sz="half" idx="10"/>
          </p:nvPr>
        </p:nvSpPr>
        <p:spPr>
          <a:xfrm>
            <a:off x="4887728" y="1310857"/>
            <a:ext cx="2416541" cy="1035885"/>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66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88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6" name="矩形 5">
            <a:extLst>
              <a:ext uri="{FF2B5EF4-FFF2-40B4-BE49-F238E27FC236}">
                <a16:creationId xmlns:a16="http://schemas.microsoft.com/office/drawing/2014/main" id="{66E08CC7-E28F-4DEF-9476-28C9023DC830}"/>
              </a:ext>
            </a:extLst>
          </p:cNvPr>
          <p:cNvSpPr/>
          <p:nvPr/>
        </p:nvSpPr>
        <p:spPr>
          <a:xfrm>
            <a:off x="0" y="0"/>
            <a:ext cx="12192000" cy="443753"/>
          </a:xfrm>
          <a:prstGeom prst="rect">
            <a:avLst/>
          </a:prstGeom>
          <a:solidFill>
            <a:srgbClr val="FFFFFF">
              <a:alpha val="4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形状&#10;&#10;AI 生成的内容可能不正确。">
            <a:hlinkClick r:id="rId3" action="ppaction://hlinksldjump"/>
            <a:extLst>
              <a:ext uri="{FF2B5EF4-FFF2-40B4-BE49-F238E27FC236}">
                <a16:creationId xmlns:a16="http://schemas.microsoft.com/office/drawing/2014/main" id="{63BA5389-C65A-5A4E-25FF-7D72A998B2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21205" y="109981"/>
            <a:ext cx="281021" cy="223790"/>
          </a:xfrm>
          <a:prstGeom prst="rect">
            <a:avLst/>
          </a:prstGeom>
        </p:spPr>
      </p:pic>
      <p:sp>
        <p:nvSpPr>
          <p:cNvPr id="16" name="文本框 15">
            <a:extLst>
              <a:ext uri="{FF2B5EF4-FFF2-40B4-BE49-F238E27FC236}">
                <a16:creationId xmlns:a16="http://schemas.microsoft.com/office/drawing/2014/main" id="{1473BE5E-FA2A-B2E6-49C6-6E7E53623F63}"/>
              </a:ext>
            </a:extLst>
          </p:cNvPr>
          <p:cNvSpPr txBox="1"/>
          <p:nvPr/>
        </p:nvSpPr>
        <p:spPr>
          <a:xfrm>
            <a:off x="95001" y="37210"/>
            <a:ext cx="678874"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消息</a:t>
            </a:r>
          </a:p>
        </p:txBody>
      </p:sp>
      <p:sp>
        <p:nvSpPr>
          <p:cNvPr id="11" name="矩形: 圆顶角 10">
            <a:extLst>
              <a:ext uri="{FF2B5EF4-FFF2-40B4-BE49-F238E27FC236}">
                <a16:creationId xmlns:a16="http://schemas.microsoft.com/office/drawing/2014/main" id="{3CD2DE2A-3045-B0F7-B72B-C3F8A38CC82F}"/>
              </a:ext>
            </a:extLst>
          </p:cNvPr>
          <p:cNvSpPr/>
          <p:nvPr/>
        </p:nvSpPr>
        <p:spPr>
          <a:xfrm>
            <a:off x="1985776" y="111600"/>
            <a:ext cx="8236800" cy="6746400"/>
          </a:xfrm>
          <a:prstGeom prst="round2SameRect">
            <a:avLst>
              <a:gd name="adj1" fmla="val 9626"/>
              <a:gd name="adj2"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hlinkClick r:id="rId5" action="ppaction://hlinksldjump"/>
            <a:extLst>
              <a:ext uri="{FF2B5EF4-FFF2-40B4-BE49-F238E27FC236}">
                <a16:creationId xmlns:a16="http://schemas.microsoft.com/office/drawing/2014/main" id="{975222A1-B4A2-19CB-968C-A1035B98B0E6}"/>
              </a:ext>
            </a:extLst>
          </p:cNvPr>
          <p:cNvSpPr/>
          <p:nvPr/>
        </p:nvSpPr>
        <p:spPr>
          <a:xfrm>
            <a:off x="5465999" y="5029200"/>
            <a:ext cx="1260000" cy="1260000"/>
          </a:xfrm>
          <a:prstGeom prst="ellipse">
            <a:avLst/>
          </a:prstGeom>
          <a:solidFill>
            <a:srgbClr val="7030A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lt1">
                    <a:alpha val="76000"/>
                  </a:schemeClr>
                </a:solidFill>
                <a:latin typeface="Google Sans Medium" panose="020B0603030502040204" pitchFamily="34" charset="0"/>
                <a:ea typeface="新宋体" panose="02010609030101010101" pitchFamily="49" charset="-122"/>
              </a:rPr>
              <a:t>W</a:t>
            </a:r>
            <a:endParaRPr lang="zh-CN" altLang="en-US" sz="6000" dirty="0">
              <a:solidFill>
                <a:schemeClr val="lt1">
                  <a:alpha val="76000"/>
                </a:schemeClr>
              </a:solidFill>
              <a:latin typeface="Google Sans Medium" panose="020B0603030502040204" pitchFamily="34" charset="0"/>
              <a:ea typeface="新宋体" panose="02010609030101010101" pitchFamily="49" charset="-122"/>
            </a:endParaRPr>
          </a:p>
        </p:txBody>
      </p:sp>
      <p:sp>
        <p:nvSpPr>
          <p:cNvPr id="2" name="等腰三角形 1">
            <a:extLst>
              <a:ext uri="{FF2B5EF4-FFF2-40B4-BE49-F238E27FC236}">
                <a16:creationId xmlns:a16="http://schemas.microsoft.com/office/drawing/2014/main" id="{40ACF88A-5417-713B-CD35-9891C453E9B6}"/>
              </a:ext>
            </a:extLst>
          </p:cNvPr>
          <p:cNvSpPr>
            <a:spLocks noChangeAspect="1"/>
          </p:cNvSpPr>
          <p:nvPr/>
        </p:nvSpPr>
        <p:spPr>
          <a:xfrm rot="16200000">
            <a:off x="10384106" y="6363820"/>
            <a:ext cx="324000" cy="324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67317DF1-E309-A822-FDA0-8EBCD5110B1B}"/>
              </a:ext>
            </a:extLst>
          </p:cNvPr>
          <p:cNvSpPr/>
          <p:nvPr/>
        </p:nvSpPr>
        <p:spPr>
          <a:xfrm>
            <a:off x="11031166" y="636381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E0B01BE-B2D6-9BC5-59A2-D68D21B08461}"/>
              </a:ext>
            </a:extLst>
          </p:cNvPr>
          <p:cNvSpPr/>
          <p:nvPr/>
        </p:nvSpPr>
        <p:spPr>
          <a:xfrm>
            <a:off x="11678226" y="6363819"/>
            <a:ext cx="324000" cy="324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037C78B7-A498-80EE-815A-8FFA514738CB}"/>
              </a:ext>
            </a:extLst>
          </p:cNvPr>
          <p:cNvSpPr/>
          <p:nvPr/>
        </p:nvSpPr>
        <p:spPr>
          <a:xfrm>
            <a:off x="2351314" y="372184"/>
            <a:ext cx="7457704" cy="1035885"/>
          </a:xfrm>
          <a:prstGeom prst="roundRect">
            <a:avLst>
              <a:gd name="adj" fmla="val 50000"/>
            </a:avLst>
          </a:prstGeom>
          <a:solidFill>
            <a:srgbClr val="FFFFFF"/>
          </a:solidFill>
          <a:ln w="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rgbClr val="CBCBCB"/>
                </a:solidFill>
                <a:latin typeface="黑体" panose="02010609060101010101" pitchFamily="49" charset="-122"/>
                <a:ea typeface="黑体" panose="02010609060101010101" pitchFamily="49" charset="-122"/>
              </a:rPr>
              <a:t>    搜索应用</a:t>
            </a:r>
          </a:p>
        </p:txBody>
      </p:sp>
      <p:sp>
        <p:nvSpPr>
          <p:cNvPr id="10" name="椭圆 9">
            <a:extLst>
              <a:ext uri="{FF2B5EF4-FFF2-40B4-BE49-F238E27FC236}">
                <a16:creationId xmlns:a16="http://schemas.microsoft.com/office/drawing/2014/main" id="{CD150866-7A81-209F-8AD5-44259AC53087}"/>
              </a:ext>
            </a:extLst>
          </p:cNvPr>
          <p:cNvSpPr/>
          <p:nvPr/>
        </p:nvSpPr>
        <p:spPr>
          <a:xfrm>
            <a:off x="2693024" y="662301"/>
            <a:ext cx="360000" cy="360000"/>
          </a:xfrm>
          <a:prstGeom prst="ellipse">
            <a:avLst/>
          </a:prstGeom>
          <a:noFill/>
          <a:ln w="25400">
            <a:solidFill>
              <a:srgbClr val="3B3B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048F0957-D95D-4154-5A7C-46500E3A8D29}"/>
              </a:ext>
            </a:extLst>
          </p:cNvPr>
          <p:cNvCxnSpPr>
            <a:cxnSpLocks/>
            <a:stCxn id="10" idx="5"/>
          </p:cNvCxnSpPr>
          <p:nvPr/>
        </p:nvCxnSpPr>
        <p:spPr>
          <a:xfrm>
            <a:off x="3000303" y="969580"/>
            <a:ext cx="138313" cy="122729"/>
          </a:xfrm>
          <a:prstGeom prst="line">
            <a:avLst/>
          </a:prstGeom>
          <a:ln w="25400" cap="rnd">
            <a:solidFill>
              <a:srgbClr val="3B3B3B"/>
            </a:solidFill>
          </a:ln>
        </p:spPr>
        <p:style>
          <a:lnRef idx="2">
            <a:schemeClr val="accent1"/>
          </a:lnRef>
          <a:fillRef idx="0">
            <a:schemeClr val="accent1"/>
          </a:fillRef>
          <a:effectRef idx="1">
            <a:schemeClr val="accent1"/>
          </a:effectRef>
          <a:fontRef idx="minor">
            <a:schemeClr val="tx1"/>
          </a:fontRef>
        </p:style>
      </p:cxnSp>
      <p:pic>
        <p:nvPicPr>
          <p:cNvPr id="17" name="图片 16" descr="图标&#10;&#10;AI 生成的内容可能不正确。">
            <a:hlinkClick r:id="rId6" action="ppaction://hlinksldjump"/>
            <a:extLst>
              <a:ext uri="{FF2B5EF4-FFF2-40B4-BE49-F238E27FC236}">
                <a16:creationId xmlns:a16="http://schemas.microsoft.com/office/drawing/2014/main" id="{A61402C6-6600-14B1-6023-B431E9A4F8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18754" y="1933896"/>
            <a:ext cx="786617" cy="786617"/>
          </a:xfrm>
          <a:prstGeom prst="rect">
            <a:avLst/>
          </a:prstGeom>
        </p:spPr>
      </p:pic>
      <p:sp>
        <p:nvSpPr>
          <p:cNvPr id="20" name="椭圆 19">
            <a:hlinkClick r:id="rId8" action="ppaction://hlinksldjump"/>
            <a:extLst>
              <a:ext uri="{FF2B5EF4-FFF2-40B4-BE49-F238E27FC236}">
                <a16:creationId xmlns:a16="http://schemas.microsoft.com/office/drawing/2014/main" id="{30737D38-6B38-896A-0582-BA89E35EAF9C}"/>
              </a:ext>
            </a:extLst>
          </p:cNvPr>
          <p:cNvSpPr>
            <a:spLocks/>
          </p:cNvSpPr>
          <p:nvPr/>
        </p:nvSpPr>
        <p:spPr>
          <a:xfrm>
            <a:off x="4099328" y="1932113"/>
            <a:ext cx="788400" cy="788400"/>
          </a:xfrm>
          <a:prstGeom prst="ellipse">
            <a:avLst/>
          </a:prstGeom>
          <a:blipFill>
            <a:blip r:embed="rId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8B8A6092-8012-782A-1087-C7E89FEF0FD0}"/>
              </a:ext>
            </a:extLst>
          </p:cNvPr>
          <p:cNvSpPr txBox="1"/>
          <p:nvPr/>
        </p:nvSpPr>
        <p:spPr>
          <a:xfrm>
            <a:off x="2803384" y="2720513"/>
            <a:ext cx="727744" cy="369332"/>
          </a:xfrm>
          <a:prstGeom prst="rect">
            <a:avLst/>
          </a:prstGeom>
          <a:noFill/>
        </p:spPr>
        <p:txBody>
          <a:bodyPr wrap="square" rtlCol="0">
            <a:spAutoFit/>
          </a:bodyPr>
          <a:lstStyle/>
          <a:p>
            <a:r>
              <a:rPr lang="zh-CN" altLang="en-US" dirty="0"/>
              <a:t>设置</a:t>
            </a:r>
          </a:p>
        </p:txBody>
      </p:sp>
      <p:sp>
        <p:nvSpPr>
          <p:cNvPr id="23" name="文本框 22">
            <a:extLst>
              <a:ext uri="{FF2B5EF4-FFF2-40B4-BE49-F238E27FC236}">
                <a16:creationId xmlns:a16="http://schemas.microsoft.com/office/drawing/2014/main" id="{E4221D5F-3220-C979-0924-E0693E8533F0}"/>
              </a:ext>
            </a:extLst>
          </p:cNvPr>
          <p:cNvSpPr txBox="1"/>
          <p:nvPr/>
        </p:nvSpPr>
        <p:spPr>
          <a:xfrm>
            <a:off x="4181852" y="2720513"/>
            <a:ext cx="727744" cy="369332"/>
          </a:xfrm>
          <a:prstGeom prst="rect">
            <a:avLst/>
          </a:prstGeom>
          <a:noFill/>
        </p:spPr>
        <p:txBody>
          <a:bodyPr wrap="square" rtlCol="0">
            <a:spAutoFit/>
          </a:bodyPr>
          <a:lstStyle/>
          <a:p>
            <a:r>
              <a:rPr lang="zh-CN" altLang="en-US" dirty="0"/>
              <a:t>相册</a:t>
            </a:r>
          </a:p>
        </p:txBody>
      </p:sp>
    </p:spTree>
    <p:extLst>
      <p:ext uri="{BB962C8B-B14F-4D97-AF65-F5344CB8AC3E}">
        <p14:creationId xmlns:p14="http://schemas.microsoft.com/office/powerpoint/2010/main" val="550129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EE3E-D6DA-E31E-2722-FB05F3FE85BF}"/>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A3EB1506-B7C1-ECEB-4BF2-F37EADC94B70}"/>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99CB013B-9CBB-82B4-3462-7B3C6718CDE0}"/>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1FFFE1A-F8F7-A8A1-8D0A-0059DB6B295B}"/>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5">
            <a:extLst>
              <a:ext uri="{FF2B5EF4-FFF2-40B4-BE49-F238E27FC236}">
                <a16:creationId xmlns:a16="http://schemas.microsoft.com/office/drawing/2014/main" id="{DD0CAEF3-6ECC-F466-2568-1568E31B42C4}"/>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pic>
        <p:nvPicPr>
          <p:cNvPr id="11" name="图片 10" descr="图标&#10;&#10;AI 生成的内容可能不正确。">
            <a:extLst>
              <a:ext uri="{FF2B5EF4-FFF2-40B4-BE49-F238E27FC236}">
                <a16:creationId xmlns:a16="http://schemas.microsoft.com/office/drawing/2014/main" id="{42A62392-8234-A214-8693-E310D566D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6000" y="2840876"/>
            <a:ext cx="1620000" cy="1620000"/>
          </a:xfrm>
          <a:prstGeom prst="rect">
            <a:avLst/>
          </a:prstGeom>
        </p:spPr>
      </p:pic>
      <p:sp>
        <p:nvSpPr>
          <p:cNvPr id="7" name="等腰三角形 6">
            <a:hlinkClick r:id="rId4" action="ppaction://hlinksldjump"/>
            <a:extLst>
              <a:ext uri="{FF2B5EF4-FFF2-40B4-BE49-F238E27FC236}">
                <a16:creationId xmlns:a16="http://schemas.microsoft.com/office/drawing/2014/main" id="{7468163E-CDA2-7A9F-79FC-9868E3AC16DF}"/>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hlinkClick r:id="rId4" action="ppaction://hlinksldjump"/>
            <a:extLst>
              <a:ext uri="{FF2B5EF4-FFF2-40B4-BE49-F238E27FC236}">
                <a16:creationId xmlns:a16="http://schemas.microsoft.com/office/drawing/2014/main" id="{377F0AEA-5127-8BA2-5B25-9C83EF60ADF2}"/>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20559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500">
        <p159:morph option="byObject"/>
      </p:transition>
    </mc:Choice>
    <mc:Fallback xmlns="">
      <p:transition advClick="0" advTm="5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8C3CD-65DD-309B-C6B7-98752B895367}"/>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6C9FB85D-F51C-3460-DFCF-34124E93A471}"/>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2653BE0-E6B7-1CD2-E9C1-ABAA9D8DE692}"/>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CF64BEFD-011C-9063-B629-501B2A05D17B}"/>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日期占位符 5">
            <a:extLst>
              <a:ext uri="{FF2B5EF4-FFF2-40B4-BE49-F238E27FC236}">
                <a16:creationId xmlns:a16="http://schemas.microsoft.com/office/drawing/2014/main" id="{D0D80C25-910D-AF9C-67A8-70DC6B4D70B6}"/>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8" name="文本框 7">
            <a:extLst>
              <a:ext uri="{FF2B5EF4-FFF2-40B4-BE49-F238E27FC236}">
                <a16:creationId xmlns:a16="http://schemas.microsoft.com/office/drawing/2014/main" id="{C5D614AF-8158-DF22-6910-EC041E6B61DC}"/>
              </a:ext>
            </a:extLst>
          </p:cNvPr>
          <p:cNvSpPr txBox="1"/>
          <p:nvPr/>
        </p:nvSpPr>
        <p:spPr>
          <a:xfrm>
            <a:off x="198521" y="618713"/>
            <a:ext cx="2207795" cy="1015663"/>
          </a:xfrm>
          <a:prstGeom prst="rect">
            <a:avLst/>
          </a:prstGeom>
          <a:noFill/>
        </p:spPr>
        <p:txBody>
          <a:bodyPr wrap="square" rtlCol="0">
            <a:spAutoFit/>
          </a:bodyPr>
          <a:lstStyle/>
          <a:p>
            <a:r>
              <a:rPr lang="zh-CN" altLang="en-US" sz="6000" b="1" dirty="0"/>
              <a:t>设置</a:t>
            </a:r>
          </a:p>
        </p:txBody>
      </p:sp>
      <p:sp>
        <p:nvSpPr>
          <p:cNvPr id="9" name="矩形: 圆顶角 8">
            <a:hlinkClick r:id="rId3" action="ppaction://hlinksldjump"/>
            <a:extLst>
              <a:ext uri="{FF2B5EF4-FFF2-40B4-BE49-F238E27FC236}">
                <a16:creationId xmlns:a16="http://schemas.microsoft.com/office/drawing/2014/main" id="{E4A73937-2B0E-96E0-6FE3-FFA0B078BC45}"/>
              </a:ext>
            </a:extLst>
          </p:cNvPr>
          <p:cNvSpPr/>
          <p:nvPr/>
        </p:nvSpPr>
        <p:spPr>
          <a:xfrm>
            <a:off x="198521" y="2846617"/>
            <a:ext cx="3537285" cy="1114337"/>
          </a:xfrm>
          <a:prstGeom prst="round2SameRect">
            <a:avLst>
              <a:gd name="adj1" fmla="val 45804"/>
              <a:gd name="adj2" fmla="val 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hlinkClick r:id="rId4" action="ppaction://hlinksldjump"/>
            <a:extLst>
              <a:ext uri="{FF2B5EF4-FFF2-40B4-BE49-F238E27FC236}">
                <a16:creationId xmlns:a16="http://schemas.microsoft.com/office/drawing/2014/main" id="{1542376E-7BC7-87FB-5354-6404CB688FA4}"/>
              </a:ext>
            </a:extLst>
          </p:cNvPr>
          <p:cNvSpPr/>
          <p:nvPr/>
        </p:nvSpPr>
        <p:spPr>
          <a:xfrm flipV="1">
            <a:off x="198520" y="4002950"/>
            <a:ext cx="3537285" cy="1114336"/>
          </a:xfrm>
          <a:prstGeom prst="round2SameRect">
            <a:avLst>
              <a:gd name="adj1" fmla="val 45804"/>
              <a:gd name="adj2" fmla="val 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3898A06A-30E1-273A-174D-C002E6AA9930}"/>
              </a:ext>
            </a:extLst>
          </p:cNvPr>
          <p:cNvSpPr/>
          <p:nvPr/>
        </p:nvSpPr>
        <p:spPr>
          <a:xfrm>
            <a:off x="198520" y="1602586"/>
            <a:ext cx="3537285" cy="1035885"/>
          </a:xfrm>
          <a:prstGeom prst="roundRect">
            <a:avLst>
              <a:gd name="adj" fmla="val 50000"/>
            </a:avLst>
          </a:prstGeom>
          <a:solidFill>
            <a:srgbClr val="FFFFFF"/>
          </a:solidFill>
          <a:ln w="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tx1"/>
                </a:solidFill>
                <a:latin typeface="黑体" panose="02010609060101010101" pitchFamily="49" charset="-122"/>
                <a:ea typeface="黑体" panose="02010609060101010101" pitchFamily="49" charset="-122"/>
              </a:rPr>
              <a:t>    搜索设置</a:t>
            </a:r>
          </a:p>
        </p:txBody>
      </p:sp>
      <p:sp>
        <p:nvSpPr>
          <p:cNvPr id="38" name="椭圆 37">
            <a:extLst>
              <a:ext uri="{FF2B5EF4-FFF2-40B4-BE49-F238E27FC236}">
                <a16:creationId xmlns:a16="http://schemas.microsoft.com/office/drawing/2014/main" id="{2F6476FB-475F-64D3-719A-D55F719BE10F}"/>
              </a:ext>
            </a:extLst>
          </p:cNvPr>
          <p:cNvSpPr/>
          <p:nvPr/>
        </p:nvSpPr>
        <p:spPr>
          <a:xfrm>
            <a:off x="566548" y="1921419"/>
            <a:ext cx="360000" cy="360000"/>
          </a:xfrm>
          <a:prstGeom prst="ellipse">
            <a:avLst/>
          </a:prstGeom>
          <a:noFill/>
          <a:ln w="25400">
            <a:solidFill>
              <a:srgbClr val="3B3B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CCB2D810-F73A-CEE8-B507-B3A5D9D41C27}"/>
              </a:ext>
            </a:extLst>
          </p:cNvPr>
          <p:cNvCxnSpPr>
            <a:cxnSpLocks/>
            <a:stCxn id="38" idx="5"/>
          </p:cNvCxnSpPr>
          <p:nvPr/>
        </p:nvCxnSpPr>
        <p:spPr>
          <a:xfrm>
            <a:off x="873827" y="2228698"/>
            <a:ext cx="138313" cy="122729"/>
          </a:xfrm>
          <a:prstGeom prst="line">
            <a:avLst/>
          </a:prstGeom>
          <a:ln w="25400" cap="rnd">
            <a:solidFill>
              <a:srgbClr val="3B3B3B"/>
            </a:solidFill>
          </a:ln>
        </p:spPr>
        <p:style>
          <a:lnRef idx="2">
            <a:schemeClr val="accent1"/>
          </a:lnRef>
          <a:fillRef idx="0">
            <a:schemeClr val="accent1"/>
          </a:fillRef>
          <a:effectRef idx="1">
            <a:schemeClr val="accent1"/>
          </a:effectRef>
          <a:fontRef idx="minor">
            <a:schemeClr val="tx1"/>
          </a:fontRef>
        </p:style>
      </p:cxnSp>
      <p:sp>
        <p:nvSpPr>
          <p:cNvPr id="40" name="矩形: 圆角 39">
            <a:extLst>
              <a:ext uri="{FF2B5EF4-FFF2-40B4-BE49-F238E27FC236}">
                <a16:creationId xmlns:a16="http://schemas.microsoft.com/office/drawing/2014/main" id="{7FB836AE-D00F-7F96-2DD2-2D2D02369DD2}"/>
              </a:ext>
            </a:extLst>
          </p:cNvPr>
          <p:cNvSpPr/>
          <p:nvPr/>
        </p:nvSpPr>
        <p:spPr>
          <a:xfrm>
            <a:off x="198520" y="5350775"/>
            <a:ext cx="3537285" cy="1105904"/>
          </a:xfrm>
          <a:prstGeom prst="roundRect">
            <a:avLst>
              <a:gd name="adj" fmla="val 45499"/>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50344CF1-625A-89C5-4279-93D0DBE26D24}"/>
              </a:ext>
            </a:extLst>
          </p:cNvPr>
          <p:cNvSpPr txBox="1"/>
          <p:nvPr/>
        </p:nvSpPr>
        <p:spPr>
          <a:xfrm>
            <a:off x="944392" y="5460955"/>
            <a:ext cx="1617160" cy="523220"/>
          </a:xfrm>
          <a:prstGeom prst="rect">
            <a:avLst/>
          </a:prstGeom>
          <a:noFill/>
        </p:spPr>
        <p:txBody>
          <a:bodyPr wrap="square" rtlCol="0">
            <a:spAutoFit/>
          </a:bodyPr>
          <a:lstStyle/>
          <a:p>
            <a:r>
              <a:rPr lang="zh-CN" altLang="en-US" sz="2800" b="1" dirty="0"/>
              <a:t>关于本机</a:t>
            </a:r>
          </a:p>
        </p:txBody>
      </p:sp>
      <p:sp>
        <p:nvSpPr>
          <p:cNvPr id="42" name="文本框 41">
            <a:extLst>
              <a:ext uri="{FF2B5EF4-FFF2-40B4-BE49-F238E27FC236}">
                <a16:creationId xmlns:a16="http://schemas.microsoft.com/office/drawing/2014/main" id="{0F47FED7-34AB-F64D-0D0C-F4D4CD847A80}"/>
              </a:ext>
            </a:extLst>
          </p:cNvPr>
          <p:cNvSpPr txBox="1"/>
          <p:nvPr/>
        </p:nvSpPr>
        <p:spPr>
          <a:xfrm>
            <a:off x="942983" y="5919850"/>
            <a:ext cx="2792821" cy="369332"/>
          </a:xfrm>
          <a:prstGeom prst="rect">
            <a:avLst/>
          </a:prstGeom>
          <a:noFill/>
        </p:spPr>
        <p:txBody>
          <a:bodyPr wrap="square" rtlCol="0">
            <a:spAutoFit/>
          </a:bodyPr>
          <a:lstStyle/>
          <a:p>
            <a:r>
              <a:rPr lang="en-US" altLang="zh-CN" dirty="0" err="1">
                <a:latin typeface="Google Sans" panose="020B0503030502040204" pitchFamily="34" charset="0"/>
              </a:rPr>
              <a:t>WeiYin</a:t>
            </a:r>
            <a:r>
              <a:rPr lang="en-US" altLang="zh-CN" dirty="0">
                <a:latin typeface="Google Sans" panose="020B0503030502040204" pitchFamily="34" charset="0"/>
              </a:rPr>
              <a:t> Visual Machine P1</a:t>
            </a:r>
          </a:p>
        </p:txBody>
      </p:sp>
      <p:sp>
        <p:nvSpPr>
          <p:cNvPr id="43" name="椭圆 42">
            <a:extLst>
              <a:ext uri="{FF2B5EF4-FFF2-40B4-BE49-F238E27FC236}">
                <a16:creationId xmlns:a16="http://schemas.microsoft.com/office/drawing/2014/main" id="{BE700651-7D1B-A163-3E2F-CFE433083320}"/>
              </a:ext>
            </a:extLst>
          </p:cNvPr>
          <p:cNvSpPr/>
          <p:nvPr/>
        </p:nvSpPr>
        <p:spPr>
          <a:xfrm>
            <a:off x="449288" y="5700250"/>
            <a:ext cx="439200" cy="439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rPr>
              <a:t>!</a:t>
            </a:r>
            <a:endParaRPr lang="zh-CN" altLang="en-US" sz="2800" b="1" dirty="0">
              <a:solidFill>
                <a:schemeClr val="tx1"/>
              </a:solidFill>
            </a:endParaRPr>
          </a:p>
        </p:txBody>
      </p:sp>
      <p:sp>
        <p:nvSpPr>
          <p:cNvPr id="44" name="文本框 43">
            <a:extLst>
              <a:ext uri="{FF2B5EF4-FFF2-40B4-BE49-F238E27FC236}">
                <a16:creationId xmlns:a16="http://schemas.microsoft.com/office/drawing/2014/main" id="{319954F6-B9E8-CD22-73CE-8F567192E608}"/>
              </a:ext>
            </a:extLst>
          </p:cNvPr>
          <p:cNvSpPr txBox="1"/>
          <p:nvPr/>
        </p:nvSpPr>
        <p:spPr>
          <a:xfrm>
            <a:off x="5050241" y="1377469"/>
            <a:ext cx="2091518" cy="830997"/>
          </a:xfrm>
          <a:prstGeom prst="rect">
            <a:avLst/>
          </a:prstGeom>
          <a:noFill/>
        </p:spPr>
        <p:txBody>
          <a:bodyPr wrap="square" rtlCol="0">
            <a:spAutoFit/>
          </a:bodyPr>
          <a:lstStyle/>
          <a:p>
            <a:r>
              <a:rPr lang="zh-CN" altLang="en-US" sz="4800" b="1" dirty="0"/>
              <a:t>以太网</a:t>
            </a:r>
          </a:p>
        </p:txBody>
      </p:sp>
      <p:sp>
        <p:nvSpPr>
          <p:cNvPr id="4" name="矩形: 圆角 3">
            <a:extLst>
              <a:ext uri="{FF2B5EF4-FFF2-40B4-BE49-F238E27FC236}">
                <a16:creationId xmlns:a16="http://schemas.microsoft.com/office/drawing/2014/main" id="{445F3605-2AE4-C2B0-5CCB-648367D59DC6}"/>
              </a:ext>
            </a:extLst>
          </p:cNvPr>
          <p:cNvSpPr/>
          <p:nvPr/>
        </p:nvSpPr>
        <p:spPr>
          <a:xfrm>
            <a:off x="5050241" y="2502709"/>
            <a:ext cx="6692471" cy="1105904"/>
          </a:xfrm>
          <a:prstGeom prst="roundRect">
            <a:avLst>
              <a:gd name="adj" fmla="val 45499"/>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图标&#10;&#10;AI 生成的内容可能不正确。">
            <a:extLst>
              <a:ext uri="{FF2B5EF4-FFF2-40B4-BE49-F238E27FC236}">
                <a16:creationId xmlns:a16="http://schemas.microsoft.com/office/drawing/2014/main" id="{D2607305-B17F-3905-5BC5-9DCEB9B0DCC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499529" y="2830879"/>
            <a:ext cx="439200" cy="439200"/>
          </a:xfrm>
          <a:prstGeom prst="rect">
            <a:avLst/>
          </a:prstGeom>
        </p:spPr>
      </p:pic>
      <p:sp>
        <p:nvSpPr>
          <p:cNvPr id="14" name="文本框 13">
            <a:extLst>
              <a:ext uri="{FF2B5EF4-FFF2-40B4-BE49-F238E27FC236}">
                <a16:creationId xmlns:a16="http://schemas.microsoft.com/office/drawing/2014/main" id="{150BF48C-EA00-F85C-D139-4CCCB0BCFC5E}"/>
              </a:ext>
            </a:extLst>
          </p:cNvPr>
          <p:cNvSpPr txBox="1"/>
          <p:nvPr/>
        </p:nvSpPr>
        <p:spPr>
          <a:xfrm>
            <a:off x="6096000" y="2646193"/>
            <a:ext cx="4037556" cy="523220"/>
          </a:xfrm>
          <a:prstGeom prst="rect">
            <a:avLst/>
          </a:prstGeom>
          <a:noFill/>
        </p:spPr>
        <p:txBody>
          <a:bodyPr wrap="square" rtlCol="0">
            <a:spAutoFit/>
          </a:bodyPr>
          <a:lstStyle/>
          <a:p>
            <a:r>
              <a:rPr lang="en-US" altLang="zh-CN" sz="2800" b="1" dirty="0" err="1">
                <a:latin typeface="Google Sans" panose="020B0503030502040204" pitchFamily="34" charset="0"/>
              </a:rPr>
              <a:t>WeiYin</a:t>
            </a:r>
            <a:r>
              <a:rPr lang="en-US" altLang="zh-CN" sz="2800" b="1" dirty="0">
                <a:latin typeface="Google Sans" panose="020B0503030502040204" pitchFamily="34" charset="0"/>
              </a:rPr>
              <a:t> VM YT Internet</a:t>
            </a:r>
            <a:endParaRPr lang="zh-CN" altLang="en-US" sz="2800" b="1" dirty="0">
              <a:latin typeface="Google Sans" panose="020B0503030502040204" pitchFamily="34" charset="0"/>
            </a:endParaRPr>
          </a:p>
        </p:txBody>
      </p:sp>
      <p:sp>
        <p:nvSpPr>
          <p:cNvPr id="15" name="文本框 14">
            <a:extLst>
              <a:ext uri="{FF2B5EF4-FFF2-40B4-BE49-F238E27FC236}">
                <a16:creationId xmlns:a16="http://schemas.microsoft.com/office/drawing/2014/main" id="{0635DF2E-F873-8AAD-3042-257CC0005D90}"/>
              </a:ext>
            </a:extLst>
          </p:cNvPr>
          <p:cNvSpPr txBox="1"/>
          <p:nvPr/>
        </p:nvSpPr>
        <p:spPr>
          <a:xfrm>
            <a:off x="6096000" y="3127851"/>
            <a:ext cx="940977" cy="369332"/>
          </a:xfrm>
          <a:prstGeom prst="rect">
            <a:avLst/>
          </a:prstGeom>
          <a:noFill/>
        </p:spPr>
        <p:txBody>
          <a:bodyPr wrap="square" rtlCol="0">
            <a:spAutoFit/>
          </a:bodyPr>
          <a:lstStyle/>
          <a:p>
            <a:r>
              <a:rPr lang="zh-CN" altLang="en-US" dirty="0"/>
              <a:t>已连接</a:t>
            </a:r>
          </a:p>
        </p:txBody>
      </p:sp>
      <p:sp>
        <p:nvSpPr>
          <p:cNvPr id="16" name="等腰三角形 15">
            <a:hlinkClick r:id="rId6" action="ppaction://hlinksldjump"/>
            <a:extLst>
              <a:ext uri="{FF2B5EF4-FFF2-40B4-BE49-F238E27FC236}">
                <a16:creationId xmlns:a16="http://schemas.microsoft.com/office/drawing/2014/main" id="{57F40ACE-6C2F-9CF0-F2CC-2065C9853BA1}"/>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hlinkClick r:id="rId6" action="ppaction://hlinksldjump"/>
            <a:extLst>
              <a:ext uri="{FF2B5EF4-FFF2-40B4-BE49-F238E27FC236}">
                <a16:creationId xmlns:a16="http://schemas.microsoft.com/office/drawing/2014/main" id="{75330275-5D3B-328C-7B92-C6D1DD9893BA}"/>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hlinkClick r:id="rId3" action="ppaction://hlinksldjump"/>
            <a:extLst>
              <a:ext uri="{FF2B5EF4-FFF2-40B4-BE49-F238E27FC236}">
                <a16:creationId xmlns:a16="http://schemas.microsoft.com/office/drawing/2014/main" id="{62B3908C-B2A7-4FB8-E2D6-F4269E6ACBC2}"/>
              </a:ext>
            </a:extLst>
          </p:cNvPr>
          <p:cNvSpPr txBox="1"/>
          <p:nvPr/>
        </p:nvSpPr>
        <p:spPr>
          <a:xfrm>
            <a:off x="947698" y="3007315"/>
            <a:ext cx="1280091" cy="523220"/>
          </a:xfrm>
          <a:prstGeom prst="rect">
            <a:avLst/>
          </a:prstGeom>
          <a:noFill/>
        </p:spPr>
        <p:txBody>
          <a:bodyPr wrap="square" rtlCol="0">
            <a:spAutoFit/>
          </a:bodyPr>
          <a:lstStyle/>
          <a:p>
            <a:r>
              <a:rPr lang="zh-CN" altLang="en-US" sz="2800" b="1" dirty="0"/>
              <a:t>以太网</a:t>
            </a:r>
          </a:p>
        </p:txBody>
      </p:sp>
      <p:sp>
        <p:nvSpPr>
          <p:cNvPr id="19" name="文本框 18">
            <a:hlinkClick r:id="rId3" action="ppaction://hlinksldjump"/>
            <a:extLst>
              <a:ext uri="{FF2B5EF4-FFF2-40B4-BE49-F238E27FC236}">
                <a16:creationId xmlns:a16="http://schemas.microsoft.com/office/drawing/2014/main" id="{80B4EF5B-812C-97C5-8E6A-568927AE7886}"/>
              </a:ext>
            </a:extLst>
          </p:cNvPr>
          <p:cNvSpPr txBox="1"/>
          <p:nvPr/>
        </p:nvSpPr>
        <p:spPr>
          <a:xfrm>
            <a:off x="946290" y="3466210"/>
            <a:ext cx="2352965" cy="369332"/>
          </a:xfrm>
          <a:prstGeom prst="rect">
            <a:avLst/>
          </a:prstGeom>
          <a:noFill/>
        </p:spPr>
        <p:txBody>
          <a:bodyPr wrap="square" rtlCol="0">
            <a:spAutoFit/>
          </a:bodyPr>
          <a:lstStyle/>
          <a:p>
            <a:r>
              <a:rPr lang="zh-CN" altLang="en-US" dirty="0"/>
              <a:t>有线连接网络 已连接</a:t>
            </a:r>
          </a:p>
        </p:txBody>
      </p:sp>
      <p:pic>
        <p:nvPicPr>
          <p:cNvPr id="22" name="图片 21" descr="图标&#10;&#10;AI 生成的内容可能不正确。">
            <a:hlinkClick r:id="rId3" action="ppaction://hlinksldjump"/>
            <a:extLst>
              <a:ext uri="{FF2B5EF4-FFF2-40B4-BE49-F238E27FC236}">
                <a16:creationId xmlns:a16="http://schemas.microsoft.com/office/drawing/2014/main" id="{63099DD3-96EE-EFF6-4104-6450544CB05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49288" y="3169413"/>
            <a:ext cx="439200" cy="439200"/>
          </a:xfrm>
          <a:prstGeom prst="rect">
            <a:avLst/>
          </a:prstGeom>
        </p:spPr>
      </p:pic>
      <p:pic>
        <p:nvPicPr>
          <p:cNvPr id="23" name="图片 22" descr="形状&#10;&#10;AI 生成的内容可能不正确。">
            <a:hlinkClick r:id="rId4" action="ppaction://hlinksldjump"/>
            <a:extLst>
              <a:ext uri="{FF2B5EF4-FFF2-40B4-BE49-F238E27FC236}">
                <a16:creationId xmlns:a16="http://schemas.microsoft.com/office/drawing/2014/main" id="{BDEA8B4B-5744-3817-177B-F0AB28DFF4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9288" y="4322633"/>
            <a:ext cx="440579" cy="437808"/>
          </a:xfrm>
          <a:prstGeom prst="rect">
            <a:avLst/>
          </a:prstGeom>
        </p:spPr>
      </p:pic>
      <p:sp>
        <p:nvSpPr>
          <p:cNvPr id="24" name="文本框 23">
            <a:hlinkClick r:id="rId4" action="ppaction://hlinksldjump"/>
            <a:extLst>
              <a:ext uri="{FF2B5EF4-FFF2-40B4-BE49-F238E27FC236}">
                <a16:creationId xmlns:a16="http://schemas.microsoft.com/office/drawing/2014/main" id="{5046E7BD-D3B7-761C-7CCB-2329D747A1B7}"/>
              </a:ext>
            </a:extLst>
          </p:cNvPr>
          <p:cNvSpPr txBox="1"/>
          <p:nvPr/>
        </p:nvSpPr>
        <p:spPr>
          <a:xfrm>
            <a:off x="947698" y="4061023"/>
            <a:ext cx="912394" cy="523220"/>
          </a:xfrm>
          <a:prstGeom prst="rect">
            <a:avLst/>
          </a:prstGeom>
          <a:noFill/>
        </p:spPr>
        <p:txBody>
          <a:bodyPr wrap="square" rtlCol="0">
            <a:spAutoFit/>
          </a:bodyPr>
          <a:lstStyle/>
          <a:p>
            <a:r>
              <a:rPr lang="zh-CN" altLang="en-US" sz="2800" b="1" dirty="0"/>
              <a:t>应用</a:t>
            </a:r>
          </a:p>
        </p:txBody>
      </p:sp>
      <p:sp>
        <p:nvSpPr>
          <p:cNvPr id="25" name="文本框 24">
            <a:hlinkClick r:id="rId4" action="ppaction://hlinksldjump"/>
            <a:extLst>
              <a:ext uri="{FF2B5EF4-FFF2-40B4-BE49-F238E27FC236}">
                <a16:creationId xmlns:a16="http://schemas.microsoft.com/office/drawing/2014/main" id="{203DE2D6-C60E-E6C9-2989-C11D750DB33F}"/>
              </a:ext>
            </a:extLst>
          </p:cNvPr>
          <p:cNvSpPr txBox="1"/>
          <p:nvPr/>
        </p:nvSpPr>
        <p:spPr>
          <a:xfrm>
            <a:off x="942984" y="4521233"/>
            <a:ext cx="2739704" cy="369332"/>
          </a:xfrm>
          <a:prstGeom prst="rect">
            <a:avLst/>
          </a:prstGeom>
          <a:noFill/>
        </p:spPr>
        <p:txBody>
          <a:bodyPr wrap="square" rtlCol="0">
            <a:spAutoFit/>
          </a:bodyPr>
          <a:lstStyle/>
          <a:p>
            <a:r>
              <a:rPr lang="zh-CN" altLang="en-US" dirty="0"/>
              <a:t>管理设备上已安装的应用</a:t>
            </a:r>
          </a:p>
        </p:txBody>
      </p:sp>
    </p:spTree>
    <p:extLst>
      <p:ext uri="{BB962C8B-B14F-4D97-AF65-F5344CB8AC3E}">
        <p14:creationId xmlns:p14="http://schemas.microsoft.com/office/powerpoint/2010/main" val="622869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F779A-37F1-B007-FB8C-5D56A494FCCB}"/>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964B0327-2FDB-E343-DA55-6272E9E36444}"/>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49FC4DF-737B-113D-8986-7300EE5817DE}"/>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D75CB7F-4061-936C-05E8-9F77DD052BAC}"/>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日期占位符 5">
            <a:extLst>
              <a:ext uri="{FF2B5EF4-FFF2-40B4-BE49-F238E27FC236}">
                <a16:creationId xmlns:a16="http://schemas.microsoft.com/office/drawing/2014/main" id="{A634AE81-0616-2600-330F-7555D15A7673}"/>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8" name="文本框 7">
            <a:extLst>
              <a:ext uri="{FF2B5EF4-FFF2-40B4-BE49-F238E27FC236}">
                <a16:creationId xmlns:a16="http://schemas.microsoft.com/office/drawing/2014/main" id="{73F9C504-C244-6F1F-6DEE-B0ACEBCA5DDB}"/>
              </a:ext>
            </a:extLst>
          </p:cNvPr>
          <p:cNvSpPr txBox="1"/>
          <p:nvPr/>
        </p:nvSpPr>
        <p:spPr>
          <a:xfrm>
            <a:off x="198521" y="618713"/>
            <a:ext cx="2207795" cy="1015663"/>
          </a:xfrm>
          <a:prstGeom prst="rect">
            <a:avLst/>
          </a:prstGeom>
          <a:noFill/>
        </p:spPr>
        <p:txBody>
          <a:bodyPr wrap="square" rtlCol="0">
            <a:spAutoFit/>
          </a:bodyPr>
          <a:lstStyle/>
          <a:p>
            <a:r>
              <a:rPr lang="zh-CN" altLang="en-US" sz="6000" b="1" dirty="0"/>
              <a:t>设置</a:t>
            </a:r>
          </a:p>
        </p:txBody>
      </p:sp>
      <p:sp>
        <p:nvSpPr>
          <p:cNvPr id="9" name="矩形: 圆顶角 8">
            <a:hlinkClick r:id="rId3" action="ppaction://hlinksldjump"/>
            <a:extLst>
              <a:ext uri="{FF2B5EF4-FFF2-40B4-BE49-F238E27FC236}">
                <a16:creationId xmlns:a16="http://schemas.microsoft.com/office/drawing/2014/main" id="{4510A17D-58E3-658B-F484-11B29EE54AF7}"/>
              </a:ext>
            </a:extLst>
          </p:cNvPr>
          <p:cNvSpPr/>
          <p:nvPr/>
        </p:nvSpPr>
        <p:spPr>
          <a:xfrm>
            <a:off x="198521" y="2846617"/>
            <a:ext cx="3537285" cy="1114337"/>
          </a:xfrm>
          <a:prstGeom prst="round2SameRect">
            <a:avLst>
              <a:gd name="adj1" fmla="val 45804"/>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hlinkClick r:id="rId4" action="ppaction://hlinksldjump"/>
            <a:extLst>
              <a:ext uri="{FF2B5EF4-FFF2-40B4-BE49-F238E27FC236}">
                <a16:creationId xmlns:a16="http://schemas.microsoft.com/office/drawing/2014/main" id="{7967C0E5-63AB-D457-A92F-83A25B27B606}"/>
              </a:ext>
            </a:extLst>
          </p:cNvPr>
          <p:cNvSpPr/>
          <p:nvPr/>
        </p:nvSpPr>
        <p:spPr>
          <a:xfrm flipV="1">
            <a:off x="198520" y="4002950"/>
            <a:ext cx="3537285" cy="1114336"/>
          </a:xfrm>
          <a:prstGeom prst="round2SameRect">
            <a:avLst>
              <a:gd name="adj1" fmla="val 45804"/>
              <a:gd name="adj2" fmla="val 0"/>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ED4038E7-4D3E-9A4A-C448-B0955EC21147}"/>
              </a:ext>
            </a:extLst>
          </p:cNvPr>
          <p:cNvSpPr/>
          <p:nvPr/>
        </p:nvSpPr>
        <p:spPr>
          <a:xfrm>
            <a:off x="198520" y="1602586"/>
            <a:ext cx="3537285" cy="1035885"/>
          </a:xfrm>
          <a:prstGeom prst="roundRect">
            <a:avLst>
              <a:gd name="adj" fmla="val 50000"/>
            </a:avLst>
          </a:prstGeom>
          <a:solidFill>
            <a:srgbClr val="FFFFFF"/>
          </a:solidFill>
          <a:ln w="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tx1"/>
                </a:solidFill>
                <a:latin typeface="黑体" panose="02010609060101010101" pitchFamily="49" charset="-122"/>
                <a:ea typeface="黑体" panose="02010609060101010101" pitchFamily="49" charset="-122"/>
              </a:rPr>
              <a:t>    搜索设置</a:t>
            </a:r>
          </a:p>
        </p:txBody>
      </p:sp>
      <p:sp>
        <p:nvSpPr>
          <p:cNvPr id="38" name="椭圆 37">
            <a:extLst>
              <a:ext uri="{FF2B5EF4-FFF2-40B4-BE49-F238E27FC236}">
                <a16:creationId xmlns:a16="http://schemas.microsoft.com/office/drawing/2014/main" id="{5045B083-B0D0-F35E-78E8-22F2582A05FF}"/>
              </a:ext>
            </a:extLst>
          </p:cNvPr>
          <p:cNvSpPr/>
          <p:nvPr/>
        </p:nvSpPr>
        <p:spPr>
          <a:xfrm>
            <a:off x="566548" y="1921419"/>
            <a:ext cx="360000" cy="360000"/>
          </a:xfrm>
          <a:prstGeom prst="ellipse">
            <a:avLst/>
          </a:prstGeom>
          <a:noFill/>
          <a:ln w="25400">
            <a:solidFill>
              <a:srgbClr val="3B3B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E8F02EEA-2654-4B6E-DA30-A433D02895F2}"/>
              </a:ext>
            </a:extLst>
          </p:cNvPr>
          <p:cNvCxnSpPr>
            <a:cxnSpLocks/>
            <a:stCxn id="38" idx="5"/>
          </p:cNvCxnSpPr>
          <p:nvPr/>
        </p:nvCxnSpPr>
        <p:spPr>
          <a:xfrm>
            <a:off x="873827" y="2228698"/>
            <a:ext cx="138313" cy="122729"/>
          </a:xfrm>
          <a:prstGeom prst="line">
            <a:avLst/>
          </a:prstGeom>
          <a:ln w="25400" cap="rnd">
            <a:solidFill>
              <a:srgbClr val="3B3B3B"/>
            </a:solidFill>
          </a:ln>
        </p:spPr>
        <p:style>
          <a:lnRef idx="2">
            <a:schemeClr val="accent1"/>
          </a:lnRef>
          <a:fillRef idx="0">
            <a:schemeClr val="accent1"/>
          </a:fillRef>
          <a:effectRef idx="1">
            <a:schemeClr val="accent1"/>
          </a:effectRef>
          <a:fontRef idx="minor">
            <a:schemeClr val="tx1"/>
          </a:fontRef>
        </p:style>
      </p:cxnSp>
      <p:sp>
        <p:nvSpPr>
          <p:cNvPr id="40" name="矩形: 圆角 39">
            <a:hlinkClick r:id="rId5" action="ppaction://hlinksldjump"/>
            <a:extLst>
              <a:ext uri="{FF2B5EF4-FFF2-40B4-BE49-F238E27FC236}">
                <a16:creationId xmlns:a16="http://schemas.microsoft.com/office/drawing/2014/main" id="{847BE1EB-443F-29A7-6BB5-3AD58F720411}"/>
              </a:ext>
            </a:extLst>
          </p:cNvPr>
          <p:cNvSpPr/>
          <p:nvPr/>
        </p:nvSpPr>
        <p:spPr>
          <a:xfrm>
            <a:off x="198520" y="5350775"/>
            <a:ext cx="3537285" cy="1105904"/>
          </a:xfrm>
          <a:prstGeom prst="roundRect">
            <a:avLst>
              <a:gd name="adj" fmla="val 45499"/>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610BB4D1-8BA3-F686-ED99-A5212F10ECB6}"/>
              </a:ext>
            </a:extLst>
          </p:cNvPr>
          <p:cNvSpPr txBox="1"/>
          <p:nvPr/>
        </p:nvSpPr>
        <p:spPr>
          <a:xfrm>
            <a:off x="5050241" y="1377469"/>
            <a:ext cx="2091518" cy="830997"/>
          </a:xfrm>
          <a:prstGeom prst="rect">
            <a:avLst/>
          </a:prstGeom>
          <a:noFill/>
        </p:spPr>
        <p:txBody>
          <a:bodyPr wrap="square" rtlCol="0">
            <a:spAutoFit/>
          </a:bodyPr>
          <a:lstStyle/>
          <a:p>
            <a:r>
              <a:rPr lang="zh-CN" altLang="en-US" sz="4800" b="1" dirty="0"/>
              <a:t>应用</a:t>
            </a:r>
          </a:p>
        </p:txBody>
      </p:sp>
      <p:sp>
        <p:nvSpPr>
          <p:cNvPr id="17" name="矩形: 圆顶角 16">
            <a:extLst>
              <a:ext uri="{FF2B5EF4-FFF2-40B4-BE49-F238E27FC236}">
                <a16:creationId xmlns:a16="http://schemas.microsoft.com/office/drawing/2014/main" id="{456E4C4E-C287-E03D-1FDA-348E03B7E10A}"/>
              </a:ext>
            </a:extLst>
          </p:cNvPr>
          <p:cNvSpPr/>
          <p:nvPr/>
        </p:nvSpPr>
        <p:spPr>
          <a:xfrm>
            <a:off x="5050240" y="2502708"/>
            <a:ext cx="6692471" cy="1105904"/>
          </a:xfrm>
          <a:prstGeom prst="round2SameRect">
            <a:avLst>
              <a:gd name="adj1" fmla="val 50000"/>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03761DD3-1F3C-EDB1-EDBF-EDEFEA472D8D}"/>
              </a:ext>
            </a:extLst>
          </p:cNvPr>
          <p:cNvSpPr txBox="1"/>
          <p:nvPr/>
        </p:nvSpPr>
        <p:spPr>
          <a:xfrm>
            <a:off x="6096000" y="2646193"/>
            <a:ext cx="3899770" cy="523220"/>
          </a:xfrm>
          <a:prstGeom prst="rect">
            <a:avLst/>
          </a:prstGeom>
          <a:noFill/>
        </p:spPr>
        <p:txBody>
          <a:bodyPr wrap="square" rtlCol="0">
            <a:spAutoFit/>
          </a:bodyPr>
          <a:lstStyle/>
          <a:p>
            <a:r>
              <a:rPr lang="zh-CN" altLang="en-US" sz="2800" b="1" dirty="0"/>
              <a:t>设置</a:t>
            </a:r>
          </a:p>
        </p:txBody>
      </p:sp>
      <p:sp>
        <p:nvSpPr>
          <p:cNvPr id="15" name="文本框 14">
            <a:extLst>
              <a:ext uri="{FF2B5EF4-FFF2-40B4-BE49-F238E27FC236}">
                <a16:creationId xmlns:a16="http://schemas.microsoft.com/office/drawing/2014/main" id="{A9BF5915-1290-5D38-3E23-FEBA9546FED2}"/>
              </a:ext>
            </a:extLst>
          </p:cNvPr>
          <p:cNvSpPr txBox="1"/>
          <p:nvPr/>
        </p:nvSpPr>
        <p:spPr>
          <a:xfrm>
            <a:off x="6130061" y="3094324"/>
            <a:ext cx="786617" cy="369332"/>
          </a:xfrm>
          <a:prstGeom prst="rect">
            <a:avLst/>
          </a:prstGeom>
          <a:noFill/>
        </p:spPr>
        <p:txBody>
          <a:bodyPr wrap="square" rtlCol="0">
            <a:spAutoFit/>
          </a:bodyPr>
          <a:lstStyle/>
          <a:p>
            <a:r>
              <a:rPr lang="zh-CN" altLang="en-US" dirty="0"/>
              <a:t>系统</a:t>
            </a:r>
          </a:p>
        </p:txBody>
      </p:sp>
      <p:pic>
        <p:nvPicPr>
          <p:cNvPr id="16" name="图片 15" descr="图标&#10;&#10;AI 生成的内容可能不正确。">
            <a:extLst>
              <a:ext uri="{FF2B5EF4-FFF2-40B4-BE49-F238E27FC236}">
                <a16:creationId xmlns:a16="http://schemas.microsoft.com/office/drawing/2014/main" id="{5B9478BB-171C-96D8-6E9C-48B8A63F53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09383" y="2677926"/>
            <a:ext cx="786617" cy="786617"/>
          </a:xfrm>
          <a:prstGeom prst="rect">
            <a:avLst/>
          </a:prstGeom>
        </p:spPr>
      </p:pic>
      <p:sp>
        <p:nvSpPr>
          <p:cNvPr id="18" name="矩形: 圆顶角 17">
            <a:extLst>
              <a:ext uri="{FF2B5EF4-FFF2-40B4-BE49-F238E27FC236}">
                <a16:creationId xmlns:a16="http://schemas.microsoft.com/office/drawing/2014/main" id="{54BD9E0F-5266-3E29-A150-7E6E71430A39}"/>
              </a:ext>
            </a:extLst>
          </p:cNvPr>
          <p:cNvSpPr/>
          <p:nvPr/>
        </p:nvSpPr>
        <p:spPr>
          <a:xfrm flipV="1">
            <a:off x="5050239" y="4697002"/>
            <a:ext cx="6692471" cy="1105903"/>
          </a:xfrm>
          <a:prstGeom prst="round2SameRect">
            <a:avLst>
              <a:gd name="adj1" fmla="val 50000"/>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BA493ECC-0A81-D311-2E1B-12604E0EEB89}"/>
              </a:ext>
            </a:extLst>
          </p:cNvPr>
          <p:cNvSpPr>
            <a:spLocks/>
          </p:cNvSpPr>
          <p:nvPr/>
        </p:nvSpPr>
        <p:spPr>
          <a:xfrm>
            <a:off x="5307600" y="4855753"/>
            <a:ext cx="788400" cy="788400"/>
          </a:xfrm>
          <a:prstGeom prst="ellipse">
            <a:avLst/>
          </a:prstGeom>
          <a:blipFill>
            <a:blip r:embed="rId7"/>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30F3380C-DC57-97EE-3AE4-DFCCD9B79777}"/>
              </a:ext>
            </a:extLst>
          </p:cNvPr>
          <p:cNvSpPr txBox="1"/>
          <p:nvPr/>
        </p:nvSpPr>
        <p:spPr>
          <a:xfrm>
            <a:off x="6148792" y="4813978"/>
            <a:ext cx="3899770" cy="523220"/>
          </a:xfrm>
          <a:prstGeom prst="rect">
            <a:avLst/>
          </a:prstGeom>
          <a:noFill/>
        </p:spPr>
        <p:txBody>
          <a:bodyPr wrap="square" rtlCol="0">
            <a:spAutoFit/>
          </a:bodyPr>
          <a:lstStyle/>
          <a:p>
            <a:r>
              <a:rPr lang="zh-CN" altLang="en-US" sz="2800" b="1" dirty="0"/>
              <a:t>相册</a:t>
            </a:r>
          </a:p>
        </p:txBody>
      </p:sp>
      <p:sp>
        <p:nvSpPr>
          <p:cNvPr id="23" name="文本框 22">
            <a:extLst>
              <a:ext uri="{FF2B5EF4-FFF2-40B4-BE49-F238E27FC236}">
                <a16:creationId xmlns:a16="http://schemas.microsoft.com/office/drawing/2014/main" id="{DCFF3BD7-65BA-4A75-F6BD-D4791F12AFB7}"/>
              </a:ext>
            </a:extLst>
          </p:cNvPr>
          <p:cNvSpPr txBox="1"/>
          <p:nvPr/>
        </p:nvSpPr>
        <p:spPr>
          <a:xfrm>
            <a:off x="6182853" y="5262109"/>
            <a:ext cx="1508128" cy="369332"/>
          </a:xfrm>
          <a:prstGeom prst="rect">
            <a:avLst/>
          </a:prstGeom>
          <a:noFill/>
        </p:spPr>
        <p:txBody>
          <a:bodyPr wrap="square" rtlCol="0">
            <a:spAutoFit/>
          </a:bodyPr>
          <a:lstStyle/>
          <a:p>
            <a:r>
              <a:rPr lang="en-US" altLang="zh-CN" dirty="0">
                <a:latin typeface="Google Sans" panose="020B0503030502040204" pitchFamily="34" charset="0"/>
              </a:rPr>
              <a:t>Google LLC</a:t>
            </a:r>
            <a:endParaRPr lang="zh-CN" altLang="en-US" dirty="0">
              <a:latin typeface="Google Sans" panose="020B0503030502040204" pitchFamily="34" charset="0"/>
            </a:endParaRPr>
          </a:p>
        </p:txBody>
      </p:sp>
      <p:sp>
        <p:nvSpPr>
          <p:cNvPr id="24" name="矩形 23">
            <a:extLst>
              <a:ext uri="{FF2B5EF4-FFF2-40B4-BE49-F238E27FC236}">
                <a16:creationId xmlns:a16="http://schemas.microsoft.com/office/drawing/2014/main" id="{CC9D5F48-0F31-044A-369E-1E36E7D1A916}"/>
              </a:ext>
            </a:extLst>
          </p:cNvPr>
          <p:cNvSpPr/>
          <p:nvPr/>
        </p:nvSpPr>
        <p:spPr>
          <a:xfrm>
            <a:off x="5050239" y="3648807"/>
            <a:ext cx="6692471" cy="10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descr="蓝色的标志&#10;&#10;AI 生成的内容可能不正确。">
            <a:extLst>
              <a:ext uri="{FF2B5EF4-FFF2-40B4-BE49-F238E27FC236}">
                <a16:creationId xmlns:a16="http://schemas.microsoft.com/office/drawing/2014/main" id="{86AA7AC7-AAE7-6328-7594-E1EB35FD75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07600" y="3783830"/>
            <a:ext cx="788400" cy="788400"/>
          </a:xfrm>
          <a:prstGeom prst="rect">
            <a:avLst/>
          </a:prstGeom>
        </p:spPr>
      </p:pic>
      <p:sp>
        <p:nvSpPr>
          <p:cNvPr id="30" name="文本框 29">
            <a:extLst>
              <a:ext uri="{FF2B5EF4-FFF2-40B4-BE49-F238E27FC236}">
                <a16:creationId xmlns:a16="http://schemas.microsoft.com/office/drawing/2014/main" id="{27A1A49A-992F-30D1-F4C9-54D1E0209F33}"/>
              </a:ext>
            </a:extLst>
          </p:cNvPr>
          <p:cNvSpPr txBox="1"/>
          <p:nvPr/>
        </p:nvSpPr>
        <p:spPr>
          <a:xfrm>
            <a:off x="6096000" y="3767363"/>
            <a:ext cx="3899770" cy="523220"/>
          </a:xfrm>
          <a:prstGeom prst="rect">
            <a:avLst/>
          </a:prstGeom>
          <a:noFill/>
        </p:spPr>
        <p:txBody>
          <a:bodyPr wrap="square" rtlCol="0">
            <a:spAutoFit/>
          </a:bodyPr>
          <a:lstStyle/>
          <a:p>
            <a:r>
              <a:rPr lang="en-US" altLang="zh-CN" sz="2800" b="1" dirty="0" err="1">
                <a:latin typeface="Google Sans" panose="020B0503030502040204" pitchFamily="34" charset="0"/>
              </a:rPr>
              <a:t>WeiStep</a:t>
            </a:r>
            <a:endParaRPr lang="zh-CN" altLang="en-US" sz="2800" b="1" dirty="0">
              <a:latin typeface="Google Sans" panose="020B0503030502040204" pitchFamily="34" charset="0"/>
            </a:endParaRPr>
          </a:p>
        </p:txBody>
      </p:sp>
      <p:sp>
        <p:nvSpPr>
          <p:cNvPr id="31" name="文本框 30">
            <a:extLst>
              <a:ext uri="{FF2B5EF4-FFF2-40B4-BE49-F238E27FC236}">
                <a16:creationId xmlns:a16="http://schemas.microsoft.com/office/drawing/2014/main" id="{2F5F1D37-FAE3-EB3B-9F1A-CDD49E454F92}"/>
              </a:ext>
            </a:extLst>
          </p:cNvPr>
          <p:cNvSpPr txBox="1"/>
          <p:nvPr/>
        </p:nvSpPr>
        <p:spPr>
          <a:xfrm>
            <a:off x="6130061" y="4215494"/>
            <a:ext cx="786617" cy="369332"/>
          </a:xfrm>
          <a:prstGeom prst="rect">
            <a:avLst/>
          </a:prstGeom>
          <a:noFill/>
        </p:spPr>
        <p:txBody>
          <a:bodyPr wrap="square" rtlCol="0">
            <a:spAutoFit/>
          </a:bodyPr>
          <a:lstStyle/>
          <a:p>
            <a:r>
              <a:rPr lang="zh-CN" altLang="en-US" dirty="0"/>
              <a:t>系统</a:t>
            </a:r>
          </a:p>
        </p:txBody>
      </p:sp>
      <p:sp>
        <p:nvSpPr>
          <p:cNvPr id="32" name="等腰三角形 31">
            <a:hlinkClick r:id="rId9" action="ppaction://hlinksldjump"/>
            <a:extLst>
              <a:ext uri="{FF2B5EF4-FFF2-40B4-BE49-F238E27FC236}">
                <a16:creationId xmlns:a16="http://schemas.microsoft.com/office/drawing/2014/main" id="{B4E6D23C-D5E8-411F-FD92-559CC0F5257F}"/>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hlinkClick r:id="rId9" action="ppaction://hlinksldjump"/>
            <a:extLst>
              <a:ext uri="{FF2B5EF4-FFF2-40B4-BE49-F238E27FC236}">
                <a16:creationId xmlns:a16="http://schemas.microsoft.com/office/drawing/2014/main" id="{037D4C1A-515C-88AC-2440-8B77F9E8B65D}"/>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hlinkClick r:id="rId5" action="ppaction://hlinksldjump"/>
            <a:extLst>
              <a:ext uri="{FF2B5EF4-FFF2-40B4-BE49-F238E27FC236}">
                <a16:creationId xmlns:a16="http://schemas.microsoft.com/office/drawing/2014/main" id="{7F7066FB-2F4B-D3D1-88A8-179ACB991E0A}"/>
              </a:ext>
            </a:extLst>
          </p:cNvPr>
          <p:cNvSpPr txBox="1"/>
          <p:nvPr/>
        </p:nvSpPr>
        <p:spPr>
          <a:xfrm>
            <a:off x="944392" y="5460955"/>
            <a:ext cx="1617160" cy="523220"/>
          </a:xfrm>
          <a:prstGeom prst="rect">
            <a:avLst/>
          </a:prstGeom>
          <a:noFill/>
        </p:spPr>
        <p:txBody>
          <a:bodyPr wrap="square" rtlCol="0">
            <a:spAutoFit/>
          </a:bodyPr>
          <a:lstStyle/>
          <a:p>
            <a:r>
              <a:rPr lang="zh-CN" altLang="en-US" sz="2800" b="1" dirty="0"/>
              <a:t>关于本机</a:t>
            </a:r>
          </a:p>
        </p:txBody>
      </p:sp>
      <p:sp>
        <p:nvSpPr>
          <p:cNvPr id="46" name="文本框 45">
            <a:hlinkClick r:id="rId5" action="ppaction://hlinksldjump"/>
            <a:extLst>
              <a:ext uri="{FF2B5EF4-FFF2-40B4-BE49-F238E27FC236}">
                <a16:creationId xmlns:a16="http://schemas.microsoft.com/office/drawing/2014/main" id="{3F5C7F5A-9191-E6CC-AD64-EED8E5A0E4E8}"/>
              </a:ext>
            </a:extLst>
          </p:cNvPr>
          <p:cNvSpPr txBox="1"/>
          <p:nvPr/>
        </p:nvSpPr>
        <p:spPr>
          <a:xfrm>
            <a:off x="942983" y="5919850"/>
            <a:ext cx="2792821" cy="369332"/>
          </a:xfrm>
          <a:prstGeom prst="rect">
            <a:avLst/>
          </a:prstGeom>
          <a:noFill/>
        </p:spPr>
        <p:txBody>
          <a:bodyPr wrap="square" rtlCol="0">
            <a:spAutoFit/>
          </a:bodyPr>
          <a:lstStyle/>
          <a:p>
            <a:r>
              <a:rPr lang="en-US" altLang="zh-CN" dirty="0" err="1">
                <a:latin typeface="Google Sans" panose="020B0503030502040204" pitchFamily="34" charset="0"/>
              </a:rPr>
              <a:t>WeiYin</a:t>
            </a:r>
            <a:r>
              <a:rPr lang="en-US" altLang="zh-CN" dirty="0">
                <a:latin typeface="Google Sans" panose="020B0503030502040204" pitchFamily="34" charset="0"/>
              </a:rPr>
              <a:t> Visual Machine P1</a:t>
            </a:r>
          </a:p>
        </p:txBody>
      </p:sp>
      <p:sp>
        <p:nvSpPr>
          <p:cNvPr id="47" name="椭圆 46">
            <a:hlinkClick r:id="rId5" action="ppaction://hlinksldjump"/>
            <a:extLst>
              <a:ext uri="{FF2B5EF4-FFF2-40B4-BE49-F238E27FC236}">
                <a16:creationId xmlns:a16="http://schemas.microsoft.com/office/drawing/2014/main" id="{0F1756DA-D136-46A0-A3BD-74B6896DC540}"/>
              </a:ext>
            </a:extLst>
          </p:cNvPr>
          <p:cNvSpPr/>
          <p:nvPr/>
        </p:nvSpPr>
        <p:spPr>
          <a:xfrm>
            <a:off x="449288" y="5700250"/>
            <a:ext cx="439200" cy="439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rPr>
              <a:t>!</a:t>
            </a:r>
            <a:endParaRPr lang="zh-CN" altLang="en-US" sz="2800" b="1" dirty="0">
              <a:solidFill>
                <a:schemeClr val="tx1"/>
              </a:solidFill>
            </a:endParaRPr>
          </a:p>
        </p:txBody>
      </p:sp>
      <p:sp>
        <p:nvSpPr>
          <p:cNvPr id="48" name="文本框 47">
            <a:hlinkClick r:id="rId3" action="ppaction://hlinksldjump"/>
            <a:extLst>
              <a:ext uri="{FF2B5EF4-FFF2-40B4-BE49-F238E27FC236}">
                <a16:creationId xmlns:a16="http://schemas.microsoft.com/office/drawing/2014/main" id="{C6C3D7E3-89BC-4BC3-DD22-7AD2C6072856}"/>
              </a:ext>
            </a:extLst>
          </p:cNvPr>
          <p:cNvSpPr txBox="1"/>
          <p:nvPr/>
        </p:nvSpPr>
        <p:spPr>
          <a:xfrm>
            <a:off x="947698" y="3007315"/>
            <a:ext cx="1280091" cy="523220"/>
          </a:xfrm>
          <a:prstGeom prst="rect">
            <a:avLst/>
          </a:prstGeom>
          <a:noFill/>
        </p:spPr>
        <p:txBody>
          <a:bodyPr wrap="square" rtlCol="0">
            <a:spAutoFit/>
          </a:bodyPr>
          <a:lstStyle/>
          <a:p>
            <a:r>
              <a:rPr lang="zh-CN" altLang="en-US" sz="2800" b="1" dirty="0"/>
              <a:t>以太网</a:t>
            </a:r>
          </a:p>
        </p:txBody>
      </p:sp>
      <p:sp>
        <p:nvSpPr>
          <p:cNvPr id="49" name="文本框 48">
            <a:hlinkClick r:id="rId3" action="ppaction://hlinksldjump"/>
            <a:extLst>
              <a:ext uri="{FF2B5EF4-FFF2-40B4-BE49-F238E27FC236}">
                <a16:creationId xmlns:a16="http://schemas.microsoft.com/office/drawing/2014/main" id="{7F9E594D-4E87-0F34-DE0C-E9BF7613426E}"/>
              </a:ext>
            </a:extLst>
          </p:cNvPr>
          <p:cNvSpPr txBox="1"/>
          <p:nvPr/>
        </p:nvSpPr>
        <p:spPr>
          <a:xfrm>
            <a:off x="946290" y="3466210"/>
            <a:ext cx="2352965" cy="369332"/>
          </a:xfrm>
          <a:prstGeom prst="rect">
            <a:avLst/>
          </a:prstGeom>
          <a:noFill/>
        </p:spPr>
        <p:txBody>
          <a:bodyPr wrap="square" rtlCol="0">
            <a:spAutoFit/>
          </a:bodyPr>
          <a:lstStyle/>
          <a:p>
            <a:r>
              <a:rPr lang="zh-CN" altLang="en-US" dirty="0"/>
              <a:t>有线连接网络 已连接</a:t>
            </a:r>
          </a:p>
        </p:txBody>
      </p:sp>
      <p:pic>
        <p:nvPicPr>
          <p:cNvPr id="50" name="图片 49" descr="图标&#10;&#10;AI 生成的内容可能不正确。">
            <a:hlinkClick r:id="rId3" action="ppaction://hlinksldjump"/>
            <a:extLst>
              <a:ext uri="{FF2B5EF4-FFF2-40B4-BE49-F238E27FC236}">
                <a16:creationId xmlns:a16="http://schemas.microsoft.com/office/drawing/2014/main" id="{D5C70223-AF68-BF44-FA35-6A1ADAE76C06}"/>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449288" y="3169413"/>
            <a:ext cx="439200" cy="439200"/>
          </a:xfrm>
          <a:prstGeom prst="rect">
            <a:avLst/>
          </a:prstGeom>
        </p:spPr>
      </p:pic>
      <p:pic>
        <p:nvPicPr>
          <p:cNvPr id="51" name="图片 50" descr="形状&#10;&#10;AI 生成的内容可能不正确。">
            <a:hlinkClick r:id="rId4" action="ppaction://hlinksldjump"/>
            <a:extLst>
              <a:ext uri="{FF2B5EF4-FFF2-40B4-BE49-F238E27FC236}">
                <a16:creationId xmlns:a16="http://schemas.microsoft.com/office/drawing/2014/main" id="{D4AE78AC-B347-268B-D74B-BF44C0E091E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49288" y="4322633"/>
            <a:ext cx="440579" cy="437808"/>
          </a:xfrm>
          <a:prstGeom prst="rect">
            <a:avLst/>
          </a:prstGeom>
        </p:spPr>
      </p:pic>
      <p:sp>
        <p:nvSpPr>
          <p:cNvPr id="52" name="文本框 51">
            <a:hlinkClick r:id="rId4" action="ppaction://hlinksldjump"/>
            <a:extLst>
              <a:ext uri="{FF2B5EF4-FFF2-40B4-BE49-F238E27FC236}">
                <a16:creationId xmlns:a16="http://schemas.microsoft.com/office/drawing/2014/main" id="{4FCF50F6-3A1A-78F8-44A6-8DDD2AF70EED}"/>
              </a:ext>
            </a:extLst>
          </p:cNvPr>
          <p:cNvSpPr txBox="1"/>
          <p:nvPr/>
        </p:nvSpPr>
        <p:spPr>
          <a:xfrm>
            <a:off x="947698" y="4061023"/>
            <a:ext cx="912394" cy="523220"/>
          </a:xfrm>
          <a:prstGeom prst="rect">
            <a:avLst/>
          </a:prstGeom>
          <a:noFill/>
        </p:spPr>
        <p:txBody>
          <a:bodyPr wrap="square" rtlCol="0">
            <a:spAutoFit/>
          </a:bodyPr>
          <a:lstStyle/>
          <a:p>
            <a:r>
              <a:rPr lang="zh-CN" altLang="en-US" sz="2800" b="1" dirty="0"/>
              <a:t>应用</a:t>
            </a:r>
          </a:p>
        </p:txBody>
      </p:sp>
      <p:sp>
        <p:nvSpPr>
          <p:cNvPr id="53" name="文本框 52">
            <a:hlinkClick r:id="rId4" action="ppaction://hlinksldjump"/>
            <a:extLst>
              <a:ext uri="{FF2B5EF4-FFF2-40B4-BE49-F238E27FC236}">
                <a16:creationId xmlns:a16="http://schemas.microsoft.com/office/drawing/2014/main" id="{181C22CF-D182-CF81-F2B8-6A4CEA59DA6C}"/>
              </a:ext>
            </a:extLst>
          </p:cNvPr>
          <p:cNvSpPr txBox="1"/>
          <p:nvPr/>
        </p:nvSpPr>
        <p:spPr>
          <a:xfrm>
            <a:off x="942984" y="4521233"/>
            <a:ext cx="2739704" cy="369332"/>
          </a:xfrm>
          <a:prstGeom prst="rect">
            <a:avLst/>
          </a:prstGeom>
          <a:noFill/>
        </p:spPr>
        <p:txBody>
          <a:bodyPr wrap="square" rtlCol="0">
            <a:spAutoFit/>
          </a:bodyPr>
          <a:lstStyle/>
          <a:p>
            <a:r>
              <a:rPr lang="zh-CN" altLang="en-US" dirty="0"/>
              <a:t>管理设备上已安装的应用</a:t>
            </a:r>
          </a:p>
        </p:txBody>
      </p:sp>
    </p:spTree>
    <p:extLst>
      <p:ext uri="{BB962C8B-B14F-4D97-AF65-F5344CB8AC3E}">
        <p14:creationId xmlns:p14="http://schemas.microsoft.com/office/powerpoint/2010/main" val="3904365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7862D-72A2-F308-12E2-88B90720AADF}"/>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F81BBD28-DF92-2D30-5D10-AA6CC3301A58}"/>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D2455C50-6D4C-B9F9-A2C4-38657EF8ACB9}"/>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5F8FCF7-F8DF-A989-608B-7837BA3AC300}"/>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日期占位符 5">
            <a:extLst>
              <a:ext uri="{FF2B5EF4-FFF2-40B4-BE49-F238E27FC236}">
                <a16:creationId xmlns:a16="http://schemas.microsoft.com/office/drawing/2014/main" id="{1C313FAC-4125-6AA2-8BE1-BFCDBF7F86F6}"/>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8" name="文本框 7">
            <a:extLst>
              <a:ext uri="{FF2B5EF4-FFF2-40B4-BE49-F238E27FC236}">
                <a16:creationId xmlns:a16="http://schemas.microsoft.com/office/drawing/2014/main" id="{6D6FA78C-158C-0B6D-A412-5843F536AFF5}"/>
              </a:ext>
            </a:extLst>
          </p:cNvPr>
          <p:cNvSpPr txBox="1"/>
          <p:nvPr/>
        </p:nvSpPr>
        <p:spPr>
          <a:xfrm>
            <a:off x="198521" y="618713"/>
            <a:ext cx="2207795" cy="1015663"/>
          </a:xfrm>
          <a:prstGeom prst="rect">
            <a:avLst/>
          </a:prstGeom>
          <a:noFill/>
        </p:spPr>
        <p:txBody>
          <a:bodyPr wrap="square" rtlCol="0">
            <a:spAutoFit/>
          </a:bodyPr>
          <a:lstStyle/>
          <a:p>
            <a:r>
              <a:rPr lang="zh-CN" altLang="en-US" sz="6000" b="1" dirty="0"/>
              <a:t>设置</a:t>
            </a:r>
          </a:p>
        </p:txBody>
      </p:sp>
      <p:sp>
        <p:nvSpPr>
          <p:cNvPr id="9" name="矩形: 圆顶角 8">
            <a:hlinkClick r:id="rId3" action="ppaction://hlinksldjump"/>
            <a:extLst>
              <a:ext uri="{FF2B5EF4-FFF2-40B4-BE49-F238E27FC236}">
                <a16:creationId xmlns:a16="http://schemas.microsoft.com/office/drawing/2014/main" id="{2EFB4B3E-817D-C52B-6507-E793E6E5F296}"/>
              </a:ext>
            </a:extLst>
          </p:cNvPr>
          <p:cNvSpPr/>
          <p:nvPr/>
        </p:nvSpPr>
        <p:spPr>
          <a:xfrm>
            <a:off x="198521" y="2846617"/>
            <a:ext cx="3537285" cy="1114337"/>
          </a:xfrm>
          <a:prstGeom prst="round2SameRect">
            <a:avLst>
              <a:gd name="adj1" fmla="val 45804"/>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hlinkClick r:id="rId4" action="ppaction://hlinksldjump"/>
            <a:extLst>
              <a:ext uri="{FF2B5EF4-FFF2-40B4-BE49-F238E27FC236}">
                <a16:creationId xmlns:a16="http://schemas.microsoft.com/office/drawing/2014/main" id="{0D2D65E1-8873-5EC5-C72E-ABBD73A7E31F}"/>
              </a:ext>
            </a:extLst>
          </p:cNvPr>
          <p:cNvSpPr/>
          <p:nvPr/>
        </p:nvSpPr>
        <p:spPr>
          <a:xfrm flipV="1">
            <a:off x="198520" y="4002950"/>
            <a:ext cx="3537285" cy="1114336"/>
          </a:xfrm>
          <a:prstGeom prst="round2SameRect">
            <a:avLst>
              <a:gd name="adj1" fmla="val 45804"/>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hlinkClick r:id="rId3" action="ppaction://hlinksldjump"/>
            <a:extLst>
              <a:ext uri="{FF2B5EF4-FFF2-40B4-BE49-F238E27FC236}">
                <a16:creationId xmlns:a16="http://schemas.microsoft.com/office/drawing/2014/main" id="{02EB8E90-EAC5-D56C-93FB-C5D40AD5273B}"/>
              </a:ext>
            </a:extLst>
          </p:cNvPr>
          <p:cNvSpPr txBox="1"/>
          <p:nvPr/>
        </p:nvSpPr>
        <p:spPr>
          <a:xfrm>
            <a:off x="947698" y="3007315"/>
            <a:ext cx="1280091" cy="523220"/>
          </a:xfrm>
          <a:prstGeom prst="rect">
            <a:avLst/>
          </a:prstGeom>
          <a:noFill/>
        </p:spPr>
        <p:txBody>
          <a:bodyPr wrap="square" rtlCol="0">
            <a:spAutoFit/>
          </a:bodyPr>
          <a:lstStyle/>
          <a:p>
            <a:r>
              <a:rPr lang="zh-CN" altLang="en-US" sz="2800" b="1" dirty="0"/>
              <a:t>以太网</a:t>
            </a:r>
          </a:p>
        </p:txBody>
      </p:sp>
      <p:sp>
        <p:nvSpPr>
          <p:cNvPr id="21" name="文本框 20">
            <a:hlinkClick r:id="rId3" action="ppaction://hlinksldjump"/>
            <a:extLst>
              <a:ext uri="{FF2B5EF4-FFF2-40B4-BE49-F238E27FC236}">
                <a16:creationId xmlns:a16="http://schemas.microsoft.com/office/drawing/2014/main" id="{2C750198-AD3B-FAC7-7FAA-0058090A485C}"/>
              </a:ext>
            </a:extLst>
          </p:cNvPr>
          <p:cNvSpPr txBox="1"/>
          <p:nvPr/>
        </p:nvSpPr>
        <p:spPr>
          <a:xfrm>
            <a:off x="946290" y="3466210"/>
            <a:ext cx="2352965" cy="369332"/>
          </a:xfrm>
          <a:prstGeom prst="rect">
            <a:avLst/>
          </a:prstGeom>
          <a:noFill/>
        </p:spPr>
        <p:txBody>
          <a:bodyPr wrap="square" rtlCol="0">
            <a:spAutoFit/>
          </a:bodyPr>
          <a:lstStyle/>
          <a:p>
            <a:r>
              <a:rPr lang="zh-CN" altLang="en-US" dirty="0"/>
              <a:t>有线连接网络 已连接</a:t>
            </a:r>
          </a:p>
        </p:txBody>
      </p:sp>
      <p:pic>
        <p:nvPicPr>
          <p:cNvPr id="11" name="图片 10" descr="图标&#10;&#10;AI 生成的内容可能不正确。">
            <a:hlinkClick r:id="rId3" action="ppaction://hlinksldjump"/>
            <a:extLst>
              <a:ext uri="{FF2B5EF4-FFF2-40B4-BE49-F238E27FC236}">
                <a16:creationId xmlns:a16="http://schemas.microsoft.com/office/drawing/2014/main" id="{E8E4E155-9998-112E-A742-0F7B80ADB726}"/>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49288" y="3169413"/>
            <a:ext cx="439200" cy="439200"/>
          </a:xfrm>
          <a:prstGeom prst="rect">
            <a:avLst/>
          </a:prstGeom>
        </p:spPr>
      </p:pic>
      <p:pic>
        <p:nvPicPr>
          <p:cNvPr id="34" name="图片 33" descr="形状&#10;&#10;AI 生成的内容可能不正确。">
            <a:hlinkClick r:id="rId4" action="ppaction://hlinksldjump"/>
            <a:extLst>
              <a:ext uri="{FF2B5EF4-FFF2-40B4-BE49-F238E27FC236}">
                <a16:creationId xmlns:a16="http://schemas.microsoft.com/office/drawing/2014/main" id="{695DDE41-FD89-DC3B-1B10-CCC355167B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288" y="4322633"/>
            <a:ext cx="440579" cy="437808"/>
          </a:xfrm>
          <a:prstGeom prst="rect">
            <a:avLst/>
          </a:prstGeom>
        </p:spPr>
      </p:pic>
      <p:sp>
        <p:nvSpPr>
          <p:cNvPr id="35" name="文本框 34">
            <a:hlinkClick r:id="rId4" action="ppaction://hlinksldjump"/>
            <a:extLst>
              <a:ext uri="{FF2B5EF4-FFF2-40B4-BE49-F238E27FC236}">
                <a16:creationId xmlns:a16="http://schemas.microsoft.com/office/drawing/2014/main" id="{7DA3EA06-8AEA-2EEF-F05A-FF463DB3C65C}"/>
              </a:ext>
            </a:extLst>
          </p:cNvPr>
          <p:cNvSpPr txBox="1"/>
          <p:nvPr/>
        </p:nvSpPr>
        <p:spPr>
          <a:xfrm>
            <a:off x="947698" y="4061023"/>
            <a:ext cx="912394" cy="523220"/>
          </a:xfrm>
          <a:prstGeom prst="rect">
            <a:avLst/>
          </a:prstGeom>
          <a:noFill/>
        </p:spPr>
        <p:txBody>
          <a:bodyPr wrap="square" rtlCol="0">
            <a:spAutoFit/>
          </a:bodyPr>
          <a:lstStyle/>
          <a:p>
            <a:r>
              <a:rPr lang="zh-CN" altLang="en-US" sz="2800" b="1" dirty="0"/>
              <a:t>应用</a:t>
            </a:r>
          </a:p>
        </p:txBody>
      </p:sp>
      <p:sp>
        <p:nvSpPr>
          <p:cNvPr id="36" name="文本框 35">
            <a:hlinkClick r:id="rId4" action="ppaction://hlinksldjump"/>
            <a:extLst>
              <a:ext uri="{FF2B5EF4-FFF2-40B4-BE49-F238E27FC236}">
                <a16:creationId xmlns:a16="http://schemas.microsoft.com/office/drawing/2014/main" id="{4D326FB4-D2DF-0523-F0F0-1FB75CCE9D94}"/>
              </a:ext>
            </a:extLst>
          </p:cNvPr>
          <p:cNvSpPr txBox="1"/>
          <p:nvPr/>
        </p:nvSpPr>
        <p:spPr>
          <a:xfrm>
            <a:off x="942984" y="4521233"/>
            <a:ext cx="2739704" cy="369332"/>
          </a:xfrm>
          <a:prstGeom prst="rect">
            <a:avLst/>
          </a:prstGeom>
          <a:noFill/>
        </p:spPr>
        <p:txBody>
          <a:bodyPr wrap="square" rtlCol="0">
            <a:spAutoFit/>
          </a:bodyPr>
          <a:lstStyle/>
          <a:p>
            <a:r>
              <a:rPr lang="zh-CN" altLang="en-US" dirty="0"/>
              <a:t>管理设备上已安装的应用</a:t>
            </a:r>
          </a:p>
        </p:txBody>
      </p:sp>
      <p:sp>
        <p:nvSpPr>
          <p:cNvPr id="37" name="矩形: 圆角 36">
            <a:extLst>
              <a:ext uri="{FF2B5EF4-FFF2-40B4-BE49-F238E27FC236}">
                <a16:creationId xmlns:a16="http://schemas.microsoft.com/office/drawing/2014/main" id="{541C7707-64F3-949E-AD50-DFE20758078F}"/>
              </a:ext>
            </a:extLst>
          </p:cNvPr>
          <p:cNvSpPr/>
          <p:nvPr/>
        </p:nvSpPr>
        <p:spPr>
          <a:xfrm>
            <a:off x="198520" y="1602586"/>
            <a:ext cx="3537285" cy="1035885"/>
          </a:xfrm>
          <a:prstGeom prst="roundRect">
            <a:avLst>
              <a:gd name="adj" fmla="val 50000"/>
            </a:avLst>
          </a:prstGeom>
          <a:solidFill>
            <a:srgbClr val="FFFFFF"/>
          </a:solidFill>
          <a:ln w="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tx1"/>
                </a:solidFill>
                <a:latin typeface="黑体" panose="02010609060101010101" pitchFamily="49" charset="-122"/>
                <a:ea typeface="黑体" panose="02010609060101010101" pitchFamily="49" charset="-122"/>
              </a:rPr>
              <a:t>    搜索设置</a:t>
            </a:r>
          </a:p>
        </p:txBody>
      </p:sp>
      <p:sp>
        <p:nvSpPr>
          <p:cNvPr id="38" name="椭圆 37">
            <a:extLst>
              <a:ext uri="{FF2B5EF4-FFF2-40B4-BE49-F238E27FC236}">
                <a16:creationId xmlns:a16="http://schemas.microsoft.com/office/drawing/2014/main" id="{25318B9D-E0F7-B60A-B752-19D30D0B6930}"/>
              </a:ext>
            </a:extLst>
          </p:cNvPr>
          <p:cNvSpPr/>
          <p:nvPr/>
        </p:nvSpPr>
        <p:spPr>
          <a:xfrm>
            <a:off x="566548" y="1921419"/>
            <a:ext cx="360000" cy="360000"/>
          </a:xfrm>
          <a:prstGeom prst="ellipse">
            <a:avLst/>
          </a:prstGeom>
          <a:noFill/>
          <a:ln w="25400">
            <a:solidFill>
              <a:srgbClr val="3B3B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3C963366-F5F3-2ABA-7B9C-077CE4492D5B}"/>
              </a:ext>
            </a:extLst>
          </p:cNvPr>
          <p:cNvCxnSpPr>
            <a:cxnSpLocks/>
            <a:stCxn id="38" idx="5"/>
          </p:cNvCxnSpPr>
          <p:nvPr/>
        </p:nvCxnSpPr>
        <p:spPr>
          <a:xfrm>
            <a:off x="873827" y="2228698"/>
            <a:ext cx="138313" cy="122729"/>
          </a:xfrm>
          <a:prstGeom prst="line">
            <a:avLst/>
          </a:prstGeom>
          <a:ln w="25400" cap="rnd">
            <a:solidFill>
              <a:srgbClr val="3B3B3B"/>
            </a:solidFill>
          </a:ln>
        </p:spPr>
        <p:style>
          <a:lnRef idx="2">
            <a:schemeClr val="accent1"/>
          </a:lnRef>
          <a:fillRef idx="0">
            <a:schemeClr val="accent1"/>
          </a:fillRef>
          <a:effectRef idx="1">
            <a:schemeClr val="accent1"/>
          </a:effectRef>
          <a:fontRef idx="minor">
            <a:schemeClr val="tx1"/>
          </a:fontRef>
        </p:style>
      </p:cxnSp>
      <p:sp>
        <p:nvSpPr>
          <p:cNvPr id="40" name="矩形: 圆角 39">
            <a:hlinkClick r:id="rId7" action="ppaction://hlinksldjump"/>
            <a:extLst>
              <a:ext uri="{FF2B5EF4-FFF2-40B4-BE49-F238E27FC236}">
                <a16:creationId xmlns:a16="http://schemas.microsoft.com/office/drawing/2014/main" id="{41B9E3E8-210A-7F41-2110-F798A24D4BAC}"/>
              </a:ext>
            </a:extLst>
          </p:cNvPr>
          <p:cNvSpPr/>
          <p:nvPr/>
        </p:nvSpPr>
        <p:spPr>
          <a:xfrm>
            <a:off x="198520" y="5350775"/>
            <a:ext cx="3537285" cy="1105904"/>
          </a:xfrm>
          <a:prstGeom prst="roundRect">
            <a:avLst>
              <a:gd name="adj" fmla="val 45499"/>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hlinkClick r:id="rId7" action="ppaction://hlinksldjump"/>
            <a:extLst>
              <a:ext uri="{FF2B5EF4-FFF2-40B4-BE49-F238E27FC236}">
                <a16:creationId xmlns:a16="http://schemas.microsoft.com/office/drawing/2014/main" id="{D0798EE0-4DBB-4481-AF3D-419E7C374EE1}"/>
              </a:ext>
            </a:extLst>
          </p:cNvPr>
          <p:cNvSpPr txBox="1"/>
          <p:nvPr/>
        </p:nvSpPr>
        <p:spPr>
          <a:xfrm>
            <a:off x="944392" y="5460955"/>
            <a:ext cx="1617160" cy="523220"/>
          </a:xfrm>
          <a:prstGeom prst="rect">
            <a:avLst/>
          </a:prstGeom>
          <a:noFill/>
        </p:spPr>
        <p:txBody>
          <a:bodyPr wrap="square" rtlCol="0">
            <a:spAutoFit/>
          </a:bodyPr>
          <a:lstStyle/>
          <a:p>
            <a:r>
              <a:rPr lang="zh-CN" altLang="en-US" sz="2800" b="1" dirty="0"/>
              <a:t>关于本机</a:t>
            </a:r>
          </a:p>
        </p:txBody>
      </p:sp>
      <p:sp>
        <p:nvSpPr>
          <p:cNvPr id="42" name="文本框 41">
            <a:hlinkClick r:id="rId7" action="ppaction://hlinksldjump"/>
            <a:extLst>
              <a:ext uri="{FF2B5EF4-FFF2-40B4-BE49-F238E27FC236}">
                <a16:creationId xmlns:a16="http://schemas.microsoft.com/office/drawing/2014/main" id="{DD2970B9-CE6B-8C0C-9186-E8DC03CB3DE1}"/>
              </a:ext>
            </a:extLst>
          </p:cNvPr>
          <p:cNvSpPr txBox="1"/>
          <p:nvPr/>
        </p:nvSpPr>
        <p:spPr>
          <a:xfrm>
            <a:off x="942983" y="5919850"/>
            <a:ext cx="2792821" cy="369332"/>
          </a:xfrm>
          <a:prstGeom prst="rect">
            <a:avLst/>
          </a:prstGeom>
          <a:noFill/>
        </p:spPr>
        <p:txBody>
          <a:bodyPr wrap="square" rtlCol="0">
            <a:spAutoFit/>
          </a:bodyPr>
          <a:lstStyle/>
          <a:p>
            <a:r>
              <a:rPr lang="en-US" altLang="zh-CN" dirty="0" err="1">
                <a:latin typeface="Google Sans" panose="020B0503030502040204" pitchFamily="34" charset="0"/>
              </a:rPr>
              <a:t>WeiYin</a:t>
            </a:r>
            <a:r>
              <a:rPr lang="en-US" altLang="zh-CN" dirty="0">
                <a:latin typeface="Google Sans" panose="020B0503030502040204" pitchFamily="34" charset="0"/>
              </a:rPr>
              <a:t> Visual Machine P1</a:t>
            </a:r>
          </a:p>
        </p:txBody>
      </p:sp>
      <p:sp>
        <p:nvSpPr>
          <p:cNvPr id="43" name="椭圆 42">
            <a:hlinkClick r:id="rId7" action="ppaction://hlinksldjump"/>
            <a:extLst>
              <a:ext uri="{FF2B5EF4-FFF2-40B4-BE49-F238E27FC236}">
                <a16:creationId xmlns:a16="http://schemas.microsoft.com/office/drawing/2014/main" id="{475A3C14-88E6-4D41-36CF-36872384ACCC}"/>
              </a:ext>
            </a:extLst>
          </p:cNvPr>
          <p:cNvSpPr/>
          <p:nvPr/>
        </p:nvSpPr>
        <p:spPr>
          <a:xfrm>
            <a:off x="449288" y="5700250"/>
            <a:ext cx="439200" cy="439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rPr>
              <a:t>!</a:t>
            </a:r>
            <a:endParaRPr lang="zh-CN" altLang="en-US" sz="2800" b="1" dirty="0">
              <a:solidFill>
                <a:schemeClr val="tx1"/>
              </a:solidFill>
            </a:endParaRPr>
          </a:p>
        </p:txBody>
      </p:sp>
      <p:sp>
        <p:nvSpPr>
          <p:cNvPr id="44" name="文本框 43">
            <a:extLst>
              <a:ext uri="{FF2B5EF4-FFF2-40B4-BE49-F238E27FC236}">
                <a16:creationId xmlns:a16="http://schemas.microsoft.com/office/drawing/2014/main" id="{D7E5B0F5-227E-9086-FD67-7C6E85956EC9}"/>
              </a:ext>
            </a:extLst>
          </p:cNvPr>
          <p:cNvSpPr txBox="1"/>
          <p:nvPr/>
        </p:nvSpPr>
        <p:spPr>
          <a:xfrm>
            <a:off x="5050241" y="1377469"/>
            <a:ext cx="2640740" cy="830997"/>
          </a:xfrm>
          <a:prstGeom prst="rect">
            <a:avLst/>
          </a:prstGeom>
          <a:noFill/>
        </p:spPr>
        <p:txBody>
          <a:bodyPr wrap="square" rtlCol="0">
            <a:spAutoFit/>
          </a:bodyPr>
          <a:lstStyle/>
          <a:p>
            <a:r>
              <a:rPr lang="zh-CN" altLang="en-US" sz="4800" b="1" dirty="0"/>
              <a:t>关于本机</a:t>
            </a:r>
          </a:p>
        </p:txBody>
      </p:sp>
      <p:sp>
        <p:nvSpPr>
          <p:cNvPr id="17" name="矩形: 圆顶角 16">
            <a:extLst>
              <a:ext uri="{FF2B5EF4-FFF2-40B4-BE49-F238E27FC236}">
                <a16:creationId xmlns:a16="http://schemas.microsoft.com/office/drawing/2014/main" id="{9F1EDFBD-5C25-F1EF-EC76-AB1B5D52CA19}"/>
              </a:ext>
            </a:extLst>
          </p:cNvPr>
          <p:cNvSpPr/>
          <p:nvPr/>
        </p:nvSpPr>
        <p:spPr>
          <a:xfrm>
            <a:off x="5050240" y="2502708"/>
            <a:ext cx="6692471" cy="1105904"/>
          </a:xfrm>
          <a:prstGeom prst="round2SameRect">
            <a:avLst>
              <a:gd name="adj1" fmla="val 50000"/>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顶角 17">
            <a:extLst>
              <a:ext uri="{FF2B5EF4-FFF2-40B4-BE49-F238E27FC236}">
                <a16:creationId xmlns:a16="http://schemas.microsoft.com/office/drawing/2014/main" id="{A181F76A-65E1-4534-ECAE-791D5966392C}"/>
              </a:ext>
            </a:extLst>
          </p:cNvPr>
          <p:cNvSpPr/>
          <p:nvPr/>
        </p:nvSpPr>
        <p:spPr>
          <a:xfrm flipV="1">
            <a:off x="5050239" y="4697002"/>
            <a:ext cx="6692471" cy="1105903"/>
          </a:xfrm>
          <a:prstGeom prst="round2SameRect">
            <a:avLst>
              <a:gd name="adj1" fmla="val 50000"/>
              <a:gd name="adj2" fmla="val 0"/>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35850D6D-5751-6702-4E72-068EDB03395B}"/>
              </a:ext>
            </a:extLst>
          </p:cNvPr>
          <p:cNvSpPr txBox="1"/>
          <p:nvPr/>
        </p:nvSpPr>
        <p:spPr>
          <a:xfrm>
            <a:off x="5380693" y="2639393"/>
            <a:ext cx="1617160" cy="523220"/>
          </a:xfrm>
          <a:prstGeom prst="rect">
            <a:avLst/>
          </a:prstGeom>
          <a:noFill/>
        </p:spPr>
        <p:txBody>
          <a:bodyPr wrap="square" rtlCol="0">
            <a:spAutoFit/>
          </a:bodyPr>
          <a:lstStyle/>
          <a:p>
            <a:r>
              <a:rPr lang="zh-CN" altLang="en-US" sz="2800" b="1" dirty="0"/>
              <a:t>设备详情</a:t>
            </a:r>
          </a:p>
        </p:txBody>
      </p:sp>
      <p:sp>
        <p:nvSpPr>
          <p:cNvPr id="13" name="文本框 12">
            <a:extLst>
              <a:ext uri="{FF2B5EF4-FFF2-40B4-BE49-F238E27FC236}">
                <a16:creationId xmlns:a16="http://schemas.microsoft.com/office/drawing/2014/main" id="{0796EAF3-15F9-27B3-0F3D-14B8B5B9FD94}"/>
              </a:ext>
            </a:extLst>
          </p:cNvPr>
          <p:cNvSpPr txBox="1"/>
          <p:nvPr/>
        </p:nvSpPr>
        <p:spPr>
          <a:xfrm>
            <a:off x="5379284" y="3098288"/>
            <a:ext cx="2792821" cy="369332"/>
          </a:xfrm>
          <a:prstGeom prst="rect">
            <a:avLst/>
          </a:prstGeom>
          <a:noFill/>
        </p:spPr>
        <p:txBody>
          <a:bodyPr wrap="square" rtlCol="0">
            <a:spAutoFit/>
          </a:bodyPr>
          <a:lstStyle/>
          <a:p>
            <a:r>
              <a:rPr lang="en-US" altLang="zh-CN" dirty="0" err="1">
                <a:latin typeface="Google Sans" panose="020B0503030502040204" pitchFamily="34" charset="0"/>
              </a:rPr>
              <a:t>WeiYin</a:t>
            </a:r>
            <a:r>
              <a:rPr lang="en-US" altLang="zh-CN" dirty="0">
                <a:latin typeface="Google Sans" panose="020B0503030502040204" pitchFamily="34" charset="0"/>
              </a:rPr>
              <a:t> Visual Machine P1</a:t>
            </a:r>
          </a:p>
        </p:txBody>
      </p:sp>
      <p:sp>
        <p:nvSpPr>
          <p:cNvPr id="24" name="文本框 23">
            <a:extLst>
              <a:ext uri="{FF2B5EF4-FFF2-40B4-BE49-F238E27FC236}">
                <a16:creationId xmlns:a16="http://schemas.microsoft.com/office/drawing/2014/main" id="{D5668754-2548-F216-2B81-7C73DE5A01D3}"/>
              </a:ext>
            </a:extLst>
          </p:cNvPr>
          <p:cNvSpPr txBox="1"/>
          <p:nvPr/>
        </p:nvSpPr>
        <p:spPr>
          <a:xfrm>
            <a:off x="5380693" y="4784886"/>
            <a:ext cx="2310288" cy="523220"/>
          </a:xfrm>
          <a:prstGeom prst="rect">
            <a:avLst/>
          </a:prstGeom>
          <a:noFill/>
        </p:spPr>
        <p:txBody>
          <a:bodyPr wrap="square" rtlCol="0">
            <a:spAutoFit/>
          </a:bodyPr>
          <a:lstStyle/>
          <a:p>
            <a:r>
              <a:rPr lang="en-US" altLang="zh-CN" sz="2800" b="1" dirty="0">
                <a:latin typeface="Google Sans" panose="020B0503030502040204" pitchFamily="34" charset="0"/>
              </a:rPr>
              <a:t>Android</a:t>
            </a:r>
            <a:r>
              <a:rPr lang="zh-CN" altLang="en-US" sz="2800" b="1" dirty="0"/>
              <a:t>版本</a:t>
            </a:r>
          </a:p>
        </p:txBody>
      </p:sp>
      <p:sp>
        <p:nvSpPr>
          <p:cNvPr id="25" name="文本框 24">
            <a:extLst>
              <a:ext uri="{FF2B5EF4-FFF2-40B4-BE49-F238E27FC236}">
                <a16:creationId xmlns:a16="http://schemas.microsoft.com/office/drawing/2014/main" id="{112F39DF-DE86-1133-85FF-7BFDE95CB3DB}"/>
              </a:ext>
            </a:extLst>
          </p:cNvPr>
          <p:cNvSpPr txBox="1"/>
          <p:nvPr/>
        </p:nvSpPr>
        <p:spPr>
          <a:xfrm>
            <a:off x="5379284" y="5243781"/>
            <a:ext cx="420267" cy="369332"/>
          </a:xfrm>
          <a:prstGeom prst="rect">
            <a:avLst/>
          </a:prstGeom>
          <a:noFill/>
        </p:spPr>
        <p:txBody>
          <a:bodyPr wrap="square" rtlCol="0">
            <a:spAutoFit/>
          </a:bodyPr>
          <a:lstStyle/>
          <a:p>
            <a:r>
              <a:rPr lang="en-US" altLang="zh-CN" dirty="0">
                <a:latin typeface="Google Sans" panose="020B0503030502040204" pitchFamily="34" charset="0"/>
              </a:rPr>
              <a:t>16</a:t>
            </a:r>
          </a:p>
        </p:txBody>
      </p:sp>
      <p:sp>
        <p:nvSpPr>
          <p:cNvPr id="26" name="矩形 25">
            <a:extLst>
              <a:ext uri="{FF2B5EF4-FFF2-40B4-BE49-F238E27FC236}">
                <a16:creationId xmlns:a16="http://schemas.microsoft.com/office/drawing/2014/main" id="{8197BA23-A7D2-9900-0135-813A5DAE18F9}"/>
              </a:ext>
            </a:extLst>
          </p:cNvPr>
          <p:cNvSpPr/>
          <p:nvPr/>
        </p:nvSpPr>
        <p:spPr>
          <a:xfrm>
            <a:off x="5050239" y="3648807"/>
            <a:ext cx="6692471" cy="10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AD94DA68-B095-CC7F-4CA6-F3BA1F4616D4}"/>
              </a:ext>
            </a:extLst>
          </p:cNvPr>
          <p:cNvSpPr txBox="1"/>
          <p:nvPr/>
        </p:nvSpPr>
        <p:spPr>
          <a:xfrm>
            <a:off x="5380693" y="3727283"/>
            <a:ext cx="1909455" cy="523220"/>
          </a:xfrm>
          <a:prstGeom prst="rect">
            <a:avLst/>
          </a:prstGeom>
          <a:noFill/>
        </p:spPr>
        <p:txBody>
          <a:bodyPr wrap="square" rtlCol="0">
            <a:spAutoFit/>
          </a:bodyPr>
          <a:lstStyle/>
          <a:p>
            <a:r>
              <a:rPr lang="en-US" altLang="zh-CN" sz="2800" b="1" dirty="0" err="1">
                <a:latin typeface="Google Sans" panose="020B0503030502040204" pitchFamily="34" charset="0"/>
              </a:rPr>
              <a:t>WeiUI</a:t>
            </a:r>
            <a:r>
              <a:rPr lang="zh-CN" altLang="en-US" sz="2800" b="1" dirty="0"/>
              <a:t>版本</a:t>
            </a:r>
          </a:p>
        </p:txBody>
      </p:sp>
      <p:sp>
        <p:nvSpPr>
          <p:cNvPr id="28" name="文本框 27">
            <a:extLst>
              <a:ext uri="{FF2B5EF4-FFF2-40B4-BE49-F238E27FC236}">
                <a16:creationId xmlns:a16="http://schemas.microsoft.com/office/drawing/2014/main" id="{183F4B2F-DADA-09C5-6D87-F8EDBE9E6D90}"/>
              </a:ext>
            </a:extLst>
          </p:cNvPr>
          <p:cNvSpPr txBox="1"/>
          <p:nvPr/>
        </p:nvSpPr>
        <p:spPr>
          <a:xfrm>
            <a:off x="5379284" y="4186178"/>
            <a:ext cx="716716" cy="369332"/>
          </a:xfrm>
          <a:prstGeom prst="rect">
            <a:avLst/>
          </a:prstGeom>
          <a:noFill/>
        </p:spPr>
        <p:txBody>
          <a:bodyPr wrap="square" rtlCol="0">
            <a:spAutoFit/>
          </a:bodyPr>
          <a:lstStyle/>
          <a:p>
            <a:r>
              <a:rPr lang="en-US" altLang="zh-CN" dirty="0">
                <a:latin typeface="Google Sans" panose="020B0503030502040204" pitchFamily="34" charset="0"/>
              </a:rPr>
              <a:t>4.1.0</a:t>
            </a:r>
          </a:p>
        </p:txBody>
      </p:sp>
      <p:sp>
        <p:nvSpPr>
          <p:cNvPr id="29" name="等腰三角形 28">
            <a:hlinkClick r:id="rId8" action="ppaction://hlinksldjump"/>
            <a:extLst>
              <a:ext uri="{FF2B5EF4-FFF2-40B4-BE49-F238E27FC236}">
                <a16:creationId xmlns:a16="http://schemas.microsoft.com/office/drawing/2014/main" id="{2684D508-82E4-6639-2DDC-45E18B14B884}"/>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hlinkClick r:id="rId8" action="ppaction://hlinksldjump"/>
            <a:extLst>
              <a:ext uri="{FF2B5EF4-FFF2-40B4-BE49-F238E27FC236}">
                <a16:creationId xmlns:a16="http://schemas.microsoft.com/office/drawing/2014/main" id="{20F8F30A-841B-CA53-D153-BF64ABDC7190}"/>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1295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6B1BB-5CE1-F652-5031-38710854D252}"/>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621ACCBC-9DCC-DE12-1414-82E917110E31}"/>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30E5FC0E-654E-54F4-4CA1-05F854F8C029}"/>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7701C539-D50F-E0CE-5503-CAAE739A4B39}"/>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5">
            <a:extLst>
              <a:ext uri="{FF2B5EF4-FFF2-40B4-BE49-F238E27FC236}">
                <a16:creationId xmlns:a16="http://schemas.microsoft.com/office/drawing/2014/main" id="{96A367E3-09B6-6FC7-F4A0-EF1357D974D2}"/>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7" name="椭圆 6">
            <a:extLst>
              <a:ext uri="{FF2B5EF4-FFF2-40B4-BE49-F238E27FC236}">
                <a16:creationId xmlns:a16="http://schemas.microsoft.com/office/drawing/2014/main" id="{A122C8B6-17FC-1328-C51A-EA8BDFAB7F6F}"/>
              </a:ext>
            </a:extLst>
          </p:cNvPr>
          <p:cNvSpPr>
            <a:spLocks/>
          </p:cNvSpPr>
          <p:nvPr/>
        </p:nvSpPr>
        <p:spPr>
          <a:xfrm>
            <a:off x="5285999" y="2840874"/>
            <a:ext cx="1619999" cy="1619999"/>
          </a:xfrm>
          <a:prstGeom prst="ellipse">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a:hlinkClick r:id="rId4" action="ppaction://hlinksldjump"/>
            <a:extLst>
              <a:ext uri="{FF2B5EF4-FFF2-40B4-BE49-F238E27FC236}">
                <a16:creationId xmlns:a16="http://schemas.microsoft.com/office/drawing/2014/main" id="{7FAB0FB3-E3A0-D852-689D-06264A1C2555}"/>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hlinkClick r:id="rId4" action="ppaction://hlinksldjump"/>
            <a:extLst>
              <a:ext uri="{FF2B5EF4-FFF2-40B4-BE49-F238E27FC236}">
                <a16:creationId xmlns:a16="http://schemas.microsoft.com/office/drawing/2014/main" id="{DD5C077C-2765-379F-94EA-E2F5C1776518}"/>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129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500">
        <p159:morph option="byObject"/>
      </p:transition>
    </mc:Choice>
    <mc:Fallback xmlns="">
      <p:transition advClick="0" advTm="5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77BAC-F47E-950D-452E-508DB7E1B9F0}"/>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A9BC3356-833A-5F70-5E23-FE4E2724B0F5}"/>
              </a:ext>
            </a:extLst>
          </p:cNvPr>
          <p:cNvSpPr/>
          <p:nvPr/>
        </p:nvSpPr>
        <p:spPr>
          <a:xfrm>
            <a:off x="0" y="443752"/>
            <a:ext cx="12192000" cy="6414248"/>
          </a:xfrm>
          <a:prstGeom prst="rect">
            <a:avLst/>
          </a:prstGeom>
          <a:solidFill>
            <a:srgbClr val="CB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ED31BD3-3E96-BF7A-C29B-8CCC91EA657C}"/>
              </a:ext>
            </a:extLst>
          </p:cNvPr>
          <p:cNvSpPr/>
          <p:nvPr/>
        </p:nvSpPr>
        <p:spPr>
          <a:xfrm>
            <a:off x="11678226" y="6363819"/>
            <a:ext cx="324000" cy="324000"/>
          </a:xfrm>
          <a:prstGeom prst="roundRect">
            <a:avLst/>
          </a:prstGeom>
          <a:solidFill>
            <a:srgbClr val="3B3B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838A4C4-4440-2FC4-7DDC-A8CE8DA2DC64}"/>
              </a:ext>
            </a:extLst>
          </p:cNvPr>
          <p:cNvSpPr/>
          <p:nvPr/>
        </p:nvSpPr>
        <p:spPr>
          <a:xfrm>
            <a:off x="0" y="0"/>
            <a:ext cx="12192000" cy="4437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5">
            <a:extLst>
              <a:ext uri="{FF2B5EF4-FFF2-40B4-BE49-F238E27FC236}">
                <a16:creationId xmlns:a16="http://schemas.microsoft.com/office/drawing/2014/main" id="{DA335EBD-85B5-795F-AEEA-71BFCE50A467}"/>
              </a:ext>
            </a:extLst>
          </p:cNvPr>
          <p:cNvSpPr>
            <a:spLocks noGrp="1"/>
          </p:cNvSpPr>
          <p:nvPr>
            <p:ph type="dt" sz="half" idx="10"/>
          </p:nvPr>
        </p:nvSpPr>
        <p:spPr>
          <a:xfrm>
            <a:off x="0" y="69783"/>
            <a:ext cx="854242" cy="304186"/>
          </a:xfrm>
        </p:spPr>
        <p: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fld id="{DE37B741-3310-4E24-B68E-A301C32FE75D}" type="datetime10">
              <a:rPr kumimoji="0" lang="en-US" altLang="zh-CN" sz="2000" b="0" i="0" u="none" strike="noStrike" kern="1200" cap="none" spc="0" normalizeH="0" baseline="0" noProof="0" smtClean="0">
                <a:ln>
                  <a:noFill/>
                </a:ln>
                <a:solidFill>
                  <a:schemeClr val="bg1"/>
                </a:solidFill>
                <a:effectLst/>
                <a:uLnTx/>
                <a:uFillTx/>
                <a:latin typeface="Google Sans Medium" panose="020B0603030502040204" pitchFamily="34" charset="0"/>
                <a:ea typeface="宋体"/>
              </a:rPr>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t>22:43</a:t>
            </a:fld>
            <a:endParaRPr kumimoji="0" lang="zh-CN" altLang="en-US" sz="3200" b="0" i="0" u="none" strike="noStrike" kern="1200" cap="none" spc="0" normalizeH="0" baseline="0" noProof="0" dirty="0">
              <a:ln>
                <a:noFill/>
              </a:ln>
              <a:solidFill>
                <a:schemeClr val="bg1"/>
              </a:solidFill>
              <a:effectLst/>
              <a:uLnTx/>
              <a:uFillTx/>
              <a:latin typeface="Google Sans Medium" panose="020B0603030502040204" pitchFamily="34" charset="0"/>
              <a:ea typeface="宋体"/>
            </a:endParaRPr>
          </a:p>
        </p:txBody>
      </p:sp>
      <p:sp>
        <p:nvSpPr>
          <p:cNvPr id="8" name="文本框 7">
            <a:extLst>
              <a:ext uri="{FF2B5EF4-FFF2-40B4-BE49-F238E27FC236}">
                <a16:creationId xmlns:a16="http://schemas.microsoft.com/office/drawing/2014/main" id="{DEC75234-9373-996E-C665-71A041682347}"/>
              </a:ext>
            </a:extLst>
          </p:cNvPr>
          <p:cNvSpPr txBox="1"/>
          <p:nvPr/>
        </p:nvSpPr>
        <p:spPr>
          <a:xfrm>
            <a:off x="4630455" y="2659559"/>
            <a:ext cx="2931090" cy="769441"/>
          </a:xfrm>
          <a:prstGeom prst="rect">
            <a:avLst/>
          </a:prstGeom>
          <a:noFill/>
        </p:spPr>
        <p:txBody>
          <a:bodyPr wrap="square" rtlCol="0">
            <a:spAutoFit/>
          </a:bodyPr>
          <a:lstStyle/>
          <a:p>
            <a:r>
              <a:rPr lang="en-US" altLang="zh-CN" sz="4400" dirty="0">
                <a:latin typeface="Google Sans" panose="020B0503030502040204" pitchFamily="34" charset="0"/>
              </a:rPr>
              <a:t>¯\\_(</a:t>
            </a:r>
            <a:r>
              <a:rPr lang="ja-JP" altLang="en-US" sz="4400" dirty="0">
                <a:latin typeface="Google Sans" panose="020B0503030502040204" pitchFamily="34" charset="0"/>
              </a:rPr>
              <a:t>シ</a:t>
            </a:r>
            <a:r>
              <a:rPr lang="en-US" altLang="zh-CN" sz="4400" dirty="0">
                <a:latin typeface="Google Sans" panose="020B0503030502040204" pitchFamily="34" charset="0"/>
              </a:rPr>
              <a:t>)_/¯</a:t>
            </a:r>
            <a:endParaRPr lang="zh-CN" altLang="en-US" sz="4400" dirty="0">
              <a:latin typeface="Google Sans" panose="020B0503030502040204" pitchFamily="34" charset="0"/>
            </a:endParaRPr>
          </a:p>
        </p:txBody>
      </p:sp>
      <p:sp>
        <p:nvSpPr>
          <p:cNvPr id="9" name="文本框 8">
            <a:extLst>
              <a:ext uri="{FF2B5EF4-FFF2-40B4-BE49-F238E27FC236}">
                <a16:creationId xmlns:a16="http://schemas.microsoft.com/office/drawing/2014/main" id="{80C08F0B-60BD-6386-6C07-0A49D131155D}"/>
              </a:ext>
            </a:extLst>
          </p:cNvPr>
          <p:cNvSpPr txBox="1"/>
          <p:nvPr/>
        </p:nvSpPr>
        <p:spPr>
          <a:xfrm>
            <a:off x="4836090" y="3429000"/>
            <a:ext cx="2519819" cy="769441"/>
          </a:xfrm>
          <a:prstGeom prst="rect">
            <a:avLst/>
          </a:prstGeom>
          <a:noFill/>
        </p:spPr>
        <p:txBody>
          <a:bodyPr wrap="square" rtlCol="0">
            <a:spAutoFit/>
          </a:bodyPr>
          <a:lstStyle/>
          <a:p>
            <a:r>
              <a:rPr lang="zh-CN" altLang="en-US" sz="4400" b="1" dirty="0">
                <a:latin typeface="Google Sans" panose="020B0503030502040204" pitchFamily="34" charset="0"/>
              </a:rPr>
              <a:t>啥都木有</a:t>
            </a:r>
          </a:p>
        </p:txBody>
      </p:sp>
      <p:sp>
        <p:nvSpPr>
          <p:cNvPr id="11" name="等腰三角形 10">
            <a:hlinkClick r:id="rId3" action="ppaction://hlinksldjump"/>
            <a:extLst>
              <a:ext uri="{FF2B5EF4-FFF2-40B4-BE49-F238E27FC236}">
                <a16:creationId xmlns:a16="http://schemas.microsoft.com/office/drawing/2014/main" id="{754A0A08-F044-18FE-2E4A-E43D328DC610}"/>
              </a:ext>
            </a:extLst>
          </p:cNvPr>
          <p:cNvSpPr>
            <a:spLocks noChangeAspect="1"/>
          </p:cNvSpPr>
          <p:nvPr/>
        </p:nvSpPr>
        <p:spPr>
          <a:xfrm rot="16200000">
            <a:off x="10384106" y="6363820"/>
            <a:ext cx="324000" cy="324000"/>
          </a:xfrm>
          <a:prstGeom prst="triangl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hlinkClick r:id="rId3" action="ppaction://hlinksldjump"/>
            <a:extLst>
              <a:ext uri="{FF2B5EF4-FFF2-40B4-BE49-F238E27FC236}">
                <a16:creationId xmlns:a16="http://schemas.microsoft.com/office/drawing/2014/main" id="{116FB251-8D14-9FE9-7F7A-9DAA9A9E8DB8}"/>
              </a:ext>
            </a:extLst>
          </p:cNvPr>
          <p:cNvSpPr/>
          <p:nvPr/>
        </p:nvSpPr>
        <p:spPr>
          <a:xfrm>
            <a:off x="11031166" y="6363819"/>
            <a:ext cx="324000" cy="324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6548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p159:morph option="byObject"/>
      </p:transition>
    </mc:Choice>
    <mc:Fallback xmlns="">
      <p:transition advClick="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B7269BC-9C1A-60DC-AAB8-72AA0DDE25B5}"/>
            </a:ext>
          </a:extLst>
        </p:cNvPr>
        <p:cNvGrpSpPr/>
        <p:nvPr/>
      </p:nvGrpSpPr>
      <p:grpSpPr>
        <a:xfrm>
          <a:off x="0" y="0"/>
          <a:ext cx="0" cy="0"/>
          <a:chOff x="0" y="0"/>
          <a:chExt cx="0" cy="0"/>
        </a:xfrm>
      </p:grpSpPr>
      <p:sp>
        <p:nvSpPr>
          <p:cNvPr id="11" name="文本框 10">
            <a:extLst>
              <a:ext uri="{FF2B5EF4-FFF2-40B4-BE49-F238E27FC236}">
                <a16:creationId xmlns:a16="http://schemas.microsoft.com/office/drawing/2014/main" id="{DBC0F73C-F0C1-8EAF-7F5A-907B2599D042}"/>
              </a:ext>
            </a:extLst>
          </p:cNvPr>
          <p:cNvSpPr txBox="1"/>
          <p:nvPr/>
        </p:nvSpPr>
        <p:spPr>
          <a:xfrm>
            <a:off x="5263019" y="3167390"/>
            <a:ext cx="1665962" cy="523220"/>
          </a:xfrm>
          <a:prstGeom prst="rect">
            <a:avLst/>
          </a:prstGeom>
          <a:noFill/>
        </p:spPr>
        <p:txBody>
          <a:bodyPr wrap="square" rtlCol="0">
            <a:spAutoFit/>
          </a:bodyPr>
          <a:lstStyle/>
          <a:p>
            <a:r>
              <a:rPr lang="zh-CN" altLang="en-US" sz="2800" dirty="0">
                <a:solidFill>
                  <a:srgbClr val="FFFFFF"/>
                </a:solidFill>
              </a:rPr>
              <a:t>正在关机</a:t>
            </a:r>
          </a:p>
        </p:txBody>
      </p:sp>
    </p:spTree>
    <p:extLst>
      <p:ext uri="{BB962C8B-B14F-4D97-AF65-F5344CB8AC3E}">
        <p14:creationId xmlns:p14="http://schemas.microsoft.com/office/powerpoint/2010/main" val="290258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500">
        <p159:morph option="byObject"/>
      </p:transition>
    </mc:Choice>
    <mc:Fallback xmlns="">
      <p:transition advClick="0" advTm="5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BA5D873-B795-6D6A-8596-ADF5DE258CF1}"/>
            </a:ext>
          </a:extLst>
        </p:cNvPr>
        <p:cNvGrpSpPr/>
        <p:nvPr/>
      </p:nvGrpSpPr>
      <p:grpSpPr>
        <a:xfrm>
          <a:off x="0" y="0"/>
          <a:ext cx="0" cy="0"/>
          <a:chOff x="0" y="0"/>
          <a:chExt cx="0" cy="0"/>
        </a:xfrm>
      </p:grpSpPr>
      <p:sp>
        <p:nvSpPr>
          <p:cNvPr id="11" name="文本框 10">
            <a:extLst>
              <a:ext uri="{FF2B5EF4-FFF2-40B4-BE49-F238E27FC236}">
                <a16:creationId xmlns:a16="http://schemas.microsoft.com/office/drawing/2014/main" id="{134811EC-8CB8-56BE-9CD3-BFC79CD6B56B}"/>
              </a:ext>
            </a:extLst>
          </p:cNvPr>
          <p:cNvSpPr txBox="1"/>
          <p:nvPr/>
        </p:nvSpPr>
        <p:spPr>
          <a:xfrm>
            <a:off x="713232" y="205040"/>
            <a:ext cx="10765536" cy="6447919"/>
          </a:xfrm>
          <a:prstGeom prst="rect">
            <a:avLst/>
          </a:prstGeom>
          <a:noFill/>
        </p:spPr>
        <p:txBody>
          <a:bodyPr wrap="square" rtlCol="0">
            <a:spAutoFit/>
          </a:bodyPr>
          <a:lstStyle/>
          <a:p>
            <a:r>
              <a:rPr lang="zh-CN" altLang="en-US" sz="41300" dirty="0">
                <a:latin typeface="Microsoft YaHei Light" panose="020B0502040204020203" pitchFamily="34" charset="-122"/>
                <a:ea typeface="Microsoft YaHei Light" panose="020B0502040204020203" pitchFamily="34" charset="-122"/>
              </a:rPr>
              <a:t>完结</a:t>
            </a:r>
          </a:p>
        </p:txBody>
      </p:sp>
      <p:sp>
        <p:nvSpPr>
          <p:cNvPr id="12" name="文本框 11">
            <a:extLst>
              <a:ext uri="{FF2B5EF4-FFF2-40B4-BE49-F238E27FC236}">
                <a16:creationId xmlns:a16="http://schemas.microsoft.com/office/drawing/2014/main" id="{A69128BB-5B13-AE61-7C66-3CA7A5C47208}"/>
              </a:ext>
            </a:extLst>
          </p:cNvPr>
          <p:cNvSpPr txBox="1"/>
          <p:nvPr/>
        </p:nvSpPr>
        <p:spPr>
          <a:xfrm>
            <a:off x="54864" y="22160"/>
            <a:ext cx="12082272" cy="369332"/>
          </a:xfrm>
          <a:prstGeom prst="rect">
            <a:avLst/>
          </a:prstGeom>
          <a:noFill/>
        </p:spPr>
        <p:txBody>
          <a:bodyPr wrap="square" rtlCol="0">
            <a:spAutoFit/>
          </a:bodyPr>
          <a:lstStyle/>
          <a:p>
            <a:r>
              <a:rPr lang="zh-CN" altLang="en-US" dirty="0"/>
              <a:t>撒花撒花撒花撒花撒花撒花撒花撒花撒花撒花撒花撒花撒花撒花撒花撒花撒花撒花撒花撒花撒花撒花撒花撒花撒花撒花</a:t>
            </a:r>
          </a:p>
        </p:txBody>
      </p:sp>
      <p:sp>
        <p:nvSpPr>
          <p:cNvPr id="13" name="文本框 12">
            <a:extLst>
              <a:ext uri="{FF2B5EF4-FFF2-40B4-BE49-F238E27FC236}">
                <a16:creationId xmlns:a16="http://schemas.microsoft.com/office/drawing/2014/main" id="{06A45DB2-9D29-E255-EBE0-374830B2A935}"/>
              </a:ext>
            </a:extLst>
          </p:cNvPr>
          <p:cNvSpPr txBox="1"/>
          <p:nvPr/>
        </p:nvSpPr>
        <p:spPr>
          <a:xfrm>
            <a:off x="48768" y="6468293"/>
            <a:ext cx="12082272" cy="369332"/>
          </a:xfrm>
          <a:prstGeom prst="rect">
            <a:avLst/>
          </a:prstGeom>
          <a:noFill/>
        </p:spPr>
        <p:txBody>
          <a:bodyPr wrap="square" rtlCol="0">
            <a:spAutoFit/>
          </a:bodyPr>
          <a:lstStyle/>
          <a:p>
            <a:r>
              <a:rPr lang="zh-CN" altLang="en-US" dirty="0"/>
              <a:t>撒花撒花撒花撒花撒花撒花撒花撒花撒花撒花撒花撒花撒花撒花撒花撒花撒花撒花撒花撒花撒花撒花撒花撒花撒花撒花</a:t>
            </a:r>
          </a:p>
        </p:txBody>
      </p:sp>
    </p:spTree>
    <p:extLst>
      <p:ext uri="{BB962C8B-B14F-4D97-AF65-F5344CB8AC3E}">
        <p14:creationId xmlns:p14="http://schemas.microsoft.com/office/powerpoint/2010/main" val="1992932624"/>
      </p:ext>
    </p:extLst>
  </p:cSld>
  <p:clrMapOvr>
    <a:masterClrMapping/>
  </p:clrMapOvr>
  <mc:AlternateContent xmlns:mc="http://schemas.openxmlformats.org/markup-compatibility/2006" xmlns:p14="http://schemas.microsoft.com/office/powerpoint/2010/main">
    <mc:Choice Requires="p14">
      <p:transition spd="med" p14:dur="700" advClick="0" advTm="1000">
        <p:fade/>
      </p:transition>
    </mc:Choice>
    <mc:Fallback xmlns="">
      <p:transition spd="med" advClick="0" advTm="1000">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27421</TotalTime>
  <Words>886</Words>
  <Application>Microsoft Office PowerPoint</Application>
  <PresentationFormat>宽屏</PresentationFormat>
  <Paragraphs>216</Paragraphs>
  <Slides>43</Slides>
  <Notes>24</Notes>
  <HiddenSlides>3</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43</vt:i4>
      </vt:variant>
    </vt:vector>
  </HeadingPairs>
  <TitlesOfParts>
    <vt:vector size="52" baseType="lpstr">
      <vt:lpstr>等线</vt:lpstr>
      <vt:lpstr>等线 Light</vt:lpstr>
      <vt:lpstr>黑体</vt:lpstr>
      <vt:lpstr>Microsoft YaHei Light</vt:lpstr>
      <vt:lpstr>新宋体</vt:lpstr>
      <vt:lpstr>Arial</vt:lpstr>
      <vt:lpstr>Google Sans</vt:lpstr>
      <vt:lpstr>Google Sans Medium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indows11-RTM W</dc:creator>
  <cp:lastModifiedBy>indows11-RTM W</cp:lastModifiedBy>
  <cp:revision>5</cp:revision>
  <dcterms:created xsi:type="dcterms:W3CDTF">2025-10-25T16:03:08Z</dcterms:created>
  <dcterms:modified xsi:type="dcterms:W3CDTF">2026-01-30T14:43:43Z</dcterms:modified>
</cp:coreProperties>
</file>